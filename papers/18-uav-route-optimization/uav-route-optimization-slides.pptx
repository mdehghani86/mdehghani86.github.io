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1" r:id="rId2"/>
    <p:sldId id="339" r:id="rId3"/>
    <p:sldId id="343" r:id="rId4"/>
    <p:sldId id="346" r:id="rId5"/>
    <p:sldId id="350" r:id="rId6"/>
    <p:sldId id="344" r:id="rId7"/>
    <p:sldId id="347" r:id="rId8"/>
    <p:sldId id="348" r:id="rId9"/>
    <p:sldId id="353" r:id="rId10"/>
    <p:sldId id="359" r:id="rId11"/>
    <p:sldId id="349" r:id="rId12"/>
    <p:sldId id="351" r:id="rId13"/>
    <p:sldId id="357" r:id="rId14"/>
    <p:sldId id="354" r:id="rId15"/>
    <p:sldId id="358" r:id="rId16"/>
    <p:sldId id="352" r:id="rId17"/>
    <p:sldId id="35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C57"/>
    <a:srgbClr val="0072FE"/>
    <a:srgbClr val="A4804A"/>
    <a:srgbClr val="00ACB4"/>
    <a:srgbClr val="D1D1D1"/>
    <a:srgbClr val="DDFCFD"/>
    <a:srgbClr val="00E0C7"/>
    <a:srgbClr val="E4D9C9"/>
    <a:srgbClr val="42331E"/>
    <a:srgbClr val="AAA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7" autoAdjust="0"/>
    <p:restoredTop sz="81876" autoAdjust="0"/>
  </p:normalViewPr>
  <p:slideViewPr>
    <p:cSldViewPr snapToGrid="0">
      <p:cViewPr>
        <p:scale>
          <a:sx n="45" d="100"/>
          <a:sy n="45" d="100"/>
        </p:scale>
        <p:origin x="1086" y="7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676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79EDD0-A777-B5AF-C98F-8859E43B56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82703-AE13-C42C-C6DA-F49E0B5342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B5C91-491D-447E-ACE2-3CB0A9B49253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86215-CD5F-826C-0512-492BCD792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AE8F4-BC6B-FCB4-52D6-6C9187F1F8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B0569-B506-4B1B-9083-ACA63CB48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1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063E7-1B0A-4E31-8F00-AAE26AEB7FA2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C0B51-A89C-48A9-A041-96F55D47B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7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(TwinAI)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6A4DDB6-CBB6-DE97-499B-63AE8F539A18}"/>
              </a:ext>
            </a:extLst>
          </p:cNvPr>
          <p:cNvSpPr/>
          <p:nvPr userDrawn="1"/>
        </p:nvSpPr>
        <p:spPr>
          <a:xfrm>
            <a:off x="725556" y="20410"/>
            <a:ext cx="11466444" cy="6817182"/>
          </a:xfrm>
          <a:prstGeom prst="rect">
            <a:avLst/>
          </a:prstGeom>
          <a:solidFill>
            <a:srgbClr val="BBD5D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2459B-FFC5-E8C7-FFF3-159B8AB98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852" y="1122363"/>
            <a:ext cx="6158847" cy="2387600"/>
          </a:xfrm>
        </p:spPr>
        <p:txBody>
          <a:bodyPr anchor="b" anchorCtr="0">
            <a:normAutofit/>
          </a:bodyPr>
          <a:lstStyle>
            <a:lvl1pPr algn="l">
              <a:defRPr sz="3600" b="1">
                <a:solidFill>
                  <a:srgbClr val="025A8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5AF73-6862-06B1-1672-FFF837B43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851" y="3646669"/>
            <a:ext cx="6158847" cy="348175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rgbClr val="00AC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B1A313-239E-9C23-9D19-4A9617A8ED22}"/>
              </a:ext>
            </a:extLst>
          </p:cNvPr>
          <p:cNvGrpSpPr/>
          <p:nvPr userDrawn="1"/>
        </p:nvGrpSpPr>
        <p:grpSpPr>
          <a:xfrm rot="16200000">
            <a:off x="-3066221" y="3066220"/>
            <a:ext cx="6858002" cy="725557"/>
            <a:chOff x="0" y="6132443"/>
            <a:chExt cx="6858002" cy="7255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C21E61D-FAD0-9384-1C77-85CC8BAA45A8}"/>
                </a:ext>
              </a:extLst>
            </p:cNvPr>
            <p:cNvSpPr/>
            <p:nvPr userDrawn="1"/>
          </p:nvSpPr>
          <p:spPr>
            <a:xfrm>
              <a:off x="0" y="6132443"/>
              <a:ext cx="6858002" cy="725557"/>
            </a:xfrm>
            <a:prstGeom prst="rect">
              <a:avLst/>
            </a:prstGeom>
            <a:solidFill>
              <a:srgbClr val="012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FB9334D-3BCF-E143-A04A-99E7AC7416BD}"/>
                </a:ext>
              </a:extLst>
            </p:cNvPr>
            <p:cNvGrpSpPr/>
            <p:nvPr userDrawn="1"/>
          </p:nvGrpSpPr>
          <p:grpSpPr>
            <a:xfrm>
              <a:off x="298173" y="6449500"/>
              <a:ext cx="701040" cy="91440"/>
              <a:chOff x="298173" y="6132443"/>
              <a:chExt cx="701040" cy="9144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1EE623-347D-4A24-A81D-AA6C62D76AB7}"/>
                  </a:ext>
                </a:extLst>
              </p:cNvPr>
              <p:cNvSpPr/>
              <p:nvPr userDrawn="1"/>
            </p:nvSpPr>
            <p:spPr>
              <a:xfrm>
                <a:off x="298173" y="6132443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41DBF2D-7D8A-1ED3-B683-9320C6EAA2A6}"/>
                  </a:ext>
                </a:extLst>
              </p:cNvPr>
              <p:cNvSpPr/>
              <p:nvPr userDrawn="1"/>
            </p:nvSpPr>
            <p:spPr>
              <a:xfrm>
                <a:off x="450573" y="6132443"/>
                <a:ext cx="91440" cy="9144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407D6A6-8D13-98A0-25C7-E6A2646BC2F0}"/>
                  </a:ext>
                </a:extLst>
              </p:cNvPr>
              <p:cNvSpPr/>
              <p:nvPr userDrawn="1"/>
            </p:nvSpPr>
            <p:spPr>
              <a:xfrm>
                <a:off x="602973" y="6132443"/>
                <a:ext cx="91440" cy="91440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297F4E96-B19B-74D5-36B5-681FE1EAD645}"/>
                  </a:ext>
                </a:extLst>
              </p:cNvPr>
              <p:cNvSpPr/>
              <p:nvPr userDrawn="1"/>
            </p:nvSpPr>
            <p:spPr>
              <a:xfrm>
                <a:off x="755373" y="6132443"/>
                <a:ext cx="91440" cy="91440"/>
              </a:xfrm>
              <a:prstGeom prst="ellipse">
                <a:avLst/>
              </a:prstGeom>
              <a:solidFill>
                <a:schemeClr val="bg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C632C73-111C-20C5-65EC-C7E82F4475AD}"/>
                  </a:ext>
                </a:extLst>
              </p:cNvPr>
              <p:cNvSpPr/>
              <p:nvPr userDrawn="1"/>
            </p:nvSpPr>
            <p:spPr>
              <a:xfrm>
                <a:off x="907773" y="6132443"/>
                <a:ext cx="91440" cy="91440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6" name="Picture 25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FA890DA4-36DC-C177-6AFA-45A3B43FFF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66673"/>
          <a:stretch/>
        </p:blipFill>
        <p:spPr>
          <a:xfrm>
            <a:off x="153705" y="233839"/>
            <a:ext cx="418147" cy="2743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D10249-9ECB-34C4-EC3D-7E04764A5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842" b="71429" l="9766" r="87988">
                        <a14:foregroundMark x1="74902" y1="48549" x2="52344" y2="35100"/>
                        <a14:foregroundMark x1="52344" y1="35100" x2="55957" y2="34598"/>
                        <a14:foregroundMark x1="60449" y1="36607" x2="77539" y2="47991"/>
                        <a14:foregroundMark x1="80273" y1="51842" x2="83789" y2="63895"/>
                        <a14:foregroundMark x1="79199" y1="66685" x2="22949" y2="66741"/>
                        <a14:foregroundMark x1="33984" y1="39397" x2="9766" y2="60379"/>
                        <a14:foregroundMark x1="80566" y1="68750" x2="14648" y2="71429"/>
                        <a14:foregroundMark x1="75977" y1="47656" x2="82813" y2="58259"/>
                        <a14:foregroundMark x1="77051" y1="43862" x2="87988" y2="49777"/>
                      </a14:backgroundRemoval>
                    </a14:imgEffect>
                  </a14:imgLayer>
                </a14:imgProps>
              </a:ext>
            </a:extLst>
          </a:blip>
          <a:srcRect l="15441" t="22131" r="14799" b="40559"/>
          <a:stretch/>
        </p:blipFill>
        <p:spPr>
          <a:xfrm rot="16200000">
            <a:off x="5573338" y="239339"/>
            <a:ext cx="6837590" cy="639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9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(TwinAI)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2" descr="White digital matrix of binary code numbers background Free Vector">
            <a:extLst>
              <a:ext uri="{FF2B5EF4-FFF2-40B4-BE49-F238E27FC236}">
                <a16:creationId xmlns:a16="http://schemas.microsoft.com/office/drawing/2014/main" id="{8B122DC9-7131-BCFD-9F38-2DD3BD8DE9D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37" b="5511"/>
          <a:stretch/>
        </p:blipFill>
        <p:spPr bwMode="auto">
          <a:xfrm>
            <a:off x="5263321" y="182336"/>
            <a:ext cx="6928680" cy="64933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21E61D-FAD0-9384-1C77-85CC8BAA45A8}"/>
              </a:ext>
            </a:extLst>
          </p:cNvPr>
          <p:cNvSpPr/>
          <p:nvPr userDrawn="1"/>
        </p:nvSpPr>
        <p:spPr>
          <a:xfrm rot="16200000">
            <a:off x="-90713" y="90714"/>
            <a:ext cx="6858002" cy="6676567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B9334D-3BCF-E143-A04A-99E7AC7416BD}"/>
              </a:ext>
            </a:extLst>
          </p:cNvPr>
          <p:cNvGrpSpPr/>
          <p:nvPr userDrawn="1"/>
        </p:nvGrpSpPr>
        <p:grpSpPr>
          <a:xfrm rot="16200000">
            <a:off x="1532" y="6164937"/>
            <a:ext cx="701040" cy="88739"/>
            <a:chOff x="298173" y="6132443"/>
            <a:chExt cx="701040" cy="9144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1EE623-347D-4A24-A81D-AA6C62D76AB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41DBF2D-7D8A-1ED3-B683-9320C6EAA2A6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407D6A6-8D13-98A0-25C7-E6A2646BC2F0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97F4E96-B19B-74D5-36B5-681FE1EAD645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C632C73-111C-20C5-65EC-C7E82F4475AD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E92459B-FFC5-E8C7-FFF3-159B8AB9867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58864" y="1609810"/>
            <a:ext cx="6158847" cy="2387600"/>
          </a:xfrm>
        </p:spPr>
        <p:txBody>
          <a:bodyPr anchor="ctr" anchorCtr="0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7B5AF73-6862-06B1-1672-FFF837B43D7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58864" y="4103923"/>
            <a:ext cx="6158847" cy="348175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00E0C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" name="Picture 2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7260DF1C-D7A7-DC6D-F072-6C5DBA86DF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9116" cy="111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4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(TwinAI)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2" descr="White digital matrix of binary code numbers background Free Vector">
            <a:extLst>
              <a:ext uri="{FF2B5EF4-FFF2-40B4-BE49-F238E27FC236}">
                <a16:creationId xmlns:a16="http://schemas.microsoft.com/office/drawing/2014/main" id="{8B122DC9-7131-BCFD-9F38-2DD3BD8DE9D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37" b="5511"/>
          <a:stretch/>
        </p:blipFill>
        <p:spPr bwMode="auto">
          <a:xfrm>
            <a:off x="5263321" y="182336"/>
            <a:ext cx="6928680" cy="64933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C21E61D-FAD0-9384-1C77-85CC8BAA45A8}"/>
              </a:ext>
            </a:extLst>
          </p:cNvPr>
          <p:cNvSpPr/>
          <p:nvPr userDrawn="1"/>
        </p:nvSpPr>
        <p:spPr>
          <a:xfrm rot="16200000">
            <a:off x="-727072" y="727072"/>
            <a:ext cx="6858002" cy="5403847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92459B-FFC5-E8C7-FFF3-159B8AB9867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258864" y="872072"/>
            <a:ext cx="4934607" cy="2387600"/>
          </a:xfrm>
        </p:spPr>
        <p:txBody>
          <a:bodyPr anchor="ctr" anchorCtr="0"/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7B5AF73-6862-06B1-1672-FFF837B43D7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58865" y="3366185"/>
            <a:ext cx="3386156" cy="348175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00E0C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D0FFFC-69E5-6147-03FA-AD9C41342AC5}"/>
              </a:ext>
            </a:extLst>
          </p:cNvPr>
          <p:cNvGrpSpPr/>
          <p:nvPr userDrawn="1"/>
        </p:nvGrpSpPr>
        <p:grpSpPr>
          <a:xfrm rot="16200000">
            <a:off x="1532" y="6164937"/>
            <a:ext cx="701040" cy="88739"/>
            <a:chOff x="298173" y="6132443"/>
            <a:chExt cx="701040" cy="9144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36BF532-37AB-3AFA-1D23-3D89AC598A50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6B72272-1262-58EB-FC54-A4F27275475B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851D05B-DFF9-8D71-7D0B-0534CC6567A7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7F9F46-7E4D-3466-CA59-244966321A2F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8BCDBB-8793-65D1-2622-E94F182B0AFE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891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15286"/>
            <a:ext cx="10515600" cy="509782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378"/>
            <a:ext cx="10515600" cy="4982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98FE-A884-1471-644B-8CE9FAC3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9BBFABFE-7461-45B5-BB11-9217879F0EA7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2C02-44B4-B898-0EEC-8443953B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ECDB-7854-A460-323F-62871033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BBA68-2A8D-4C2F-675E-BF837D07BDD6}"/>
              </a:ext>
            </a:extLst>
          </p:cNvPr>
          <p:cNvSpPr/>
          <p:nvPr userDrawn="1"/>
        </p:nvSpPr>
        <p:spPr>
          <a:xfrm>
            <a:off x="0" y="6132442"/>
            <a:ext cx="12192000" cy="725557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DCA45-9DE1-7B62-EBF5-FCB7C8E11BEC}"/>
              </a:ext>
            </a:extLst>
          </p:cNvPr>
          <p:cNvGrpSpPr/>
          <p:nvPr userDrawn="1"/>
        </p:nvGrpSpPr>
        <p:grpSpPr>
          <a:xfrm>
            <a:off x="298173" y="6449500"/>
            <a:ext cx="701040" cy="91440"/>
            <a:chOff x="298173" y="6132443"/>
            <a:chExt cx="701040" cy="91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B96CF0-E617-71B3-388E-DDE426B6D01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85823A-6C83-D725-67A5-BB02568F7E1B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8AE9ED-B548-A19E-0E75-5B5BD3EF09EC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7E4663-2241-EDEE-2B00-2E0BC9BD8D3C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07FF60-DA03-E853-B90B-5576A015599A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CB912-BD62-3FA8-ABFC-C9303488B612}"/>
              </a:ext>
            </a:extLst>
          </p:cNvPr>
          <p:cNvSpPr/>
          <p:nvPr userDrawn="1"/>
        </p:nvSpPr>
        <p:spPr>
          <a:xfrm>
            <a:off x="1083129" y="924751"/>
            <a:ext cx="9275956" cy="4571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DBBA68-2A8D-4C2F-675E-BF837D07BDD6}"/>
              </a:ext>
            </a:extLst>
          </p:cNvPr>
          <p:cNvSpPr/>
          <p:nvPr userDrawn="1"/>
        </p:nvSpPr>
        <p:spPr>
          <a:xfrm>
            <a:off x="0" y="6344560"/>
            <a:ext cx="12192000" cy="408159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DCA45-9DE1-7B62-EBF5-FCB7C8E11BEC}"/>
              </a:ext>
            </a:extLst>
          </p:cNvPr>
          <p:cNvGrpSpPr/>
          <p:nvPr userDrawn="1"/>
        </p:nvGrpSpPr>
        <p:grpSpPr>
          <a:xfrm>
            <a:off x="298173" y="6502919"/>
            <a:ext cx="701040" cy="91440"/>
            <a:chOff x="298173" y="6132443"/>
            <a:chExt cx="701040" cy="91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B96CF0-E617-71B3-388E-DDE426B6D01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85823A-6C83-D725-67A5-BB02568F7E1B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8AE9ED-B548-A19E-0E75-5B5BD3EF09EC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7E4663-2241-EDEE-2B00-2E0BC9BD8D3C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07FF60-DA03-E853-B90B-5576A015599A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173" y="225960"/>
            <a:ext cx="10515600" cy="509782"/>
          </a:xfrm>
        </p:spPr>
        <p:txBody>
          <a:bodyPr>
            <a:noAutofit/>
          </a:bodyPr>
          <a:lstStyle>
            <a:lvl1pPr>
              <a:defRPr sz="3200" b="1"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378"/>
            <a:ext cx="10515600" cy="4982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98FE-A884-1471-644B-8CE9FAC3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C6F9C021-C69A-4DF4-BBBD-6B200E34D831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2C02-44B4-B898-0EEC-8443953B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ECDB-7854-A460-323F-62871033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CB912-BD62-3FA8-ABFC-C9303488B612}"/>
              </a:ext>
            </a:extLst>
          </p:cNvPr>
          <p:cNvSpPr/>
          <p:nvPr userDrawn="1"/>
        </p:nvSpPr>
        <p:spPr>
          <a:xfrm>
            <a:off x="298173" y="0"/>
            <a:ext cx="1828800" cy="182880"/>
          </a:xfrm>
          <a:prstGeom prst="rect">
            <a:avLst/>
          </a:prstGeom>
          <a:solidFill>
            <a:srgbClr val="00AC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E796E6-47D6-DD29-0147-0692E5615370}"/>
              </a:ext>
            </a:extLst>
          </p:cNvPr>
          <p:cNvSpPr/>
          <p:nvPr userDrawn="1"/>
        </p:nvSpPr>
        <p:spPr>
          <a:xfrm>
            <a:off x="298173" y="0"/>
            <a:ext cx="1828800" cy="91440"/>
          </a:xfrm>
          <a:prstGeom prst="rect">
            <a:avLst/>
          </a:prstGeom>
          <a:solidFill>
            <a:srgbClr val="012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B7FC2-26B6-34A4-25F6-D380E1C814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47272" y="6234085"/>
            <a:ext cx="582219" cy="6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4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173" y="225960"/>
            <a:ext cx="10515600" cy="509782"/>
          </a:xfrm>
        </p:spPr>
        <p:txBody>
          <a:bodyPr>
            <a:noAutofit/>
          </a:bodyPr>
          <a:lstStyle>
            <a:lvl1pPr>
              <a:defRPr sz="3200" b="1"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378"/>
            <a:ext cx="10515600" cy="4982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CB912-BD62-3FA8-ABFC-C9303488B612}"/>
              </a:ext>
            </a:extLst>
          </p:cNvPr>
          <p:cNvSpPr/>
          <p:nvPr userDrawn="1"/>
        </p:nvSpPr>
        <p:spPr>
          <a:xfrm>
            <a:off x="298173" y="0"/>
            <a:ext cx="1828800" cy="182880"/>
          </a:xfrm>
          <a:prstGeom prst="rect">
            <a:avLst/>
          </a:prstGeom>
          <a:solidFill>
            <a:srgbClr val="00AC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E796E6-47D6-DD29-0147-0692E5615370}"/>
              </a:ext>
            </a:extLst>
          </p:cNvPr>
          <p:cNvSpPr/>
          <p:nvPr userDrawn="1"/>
        </p:nvSpPr>
        <p:spPr>
          <a:xfrm>
            <a:off x="298173" y="0"/>
            <a:ext cx="1828800" cy="91440"/>
          </a:xfrm>
          <a:prstGeom prst="rect">
            <a:avLst/>
          </a:prstGeom>
          <a:solidFill>
            <a:srgbClr val="012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47D844-B8E9-DD40-29D3-F0851710CAF9}"/>
              </a:ext>
            </a:extLst>
          </p:cNvPr>
          <p:cNvSpPr/>
          <p:nvPr userDrawn="1"/>
        </p:nvSpPr>
        <p:spPr>
          <a:xfrm>
            <a:off x="0" y="6344560"/>
            <a:ext cx="12192000" cy="408159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68B70B-AD36-E193-C721-7AA608B9877F}"/>
              </a:ext>
            </a:extLst>
          </p:cNvPr>
          <p:cNvGrpSpPr/>
          <p:nvPr userDrawn="1"/>
        </p:nvGrpSpPr>
        <p:grpSpPr>
          <a:xfrm>
            <a:off x="298173" y="6502919"/>
            <a:ext cx="701040" cy="91440"/>
            <a:chOff x="298173" y="6132443"/>
            <a:chExt cx="701040" cy="91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AA661EF-A0E7-A23C-EDD1-7A31B279BC1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CF3509-98ED-B199-4072-8A08D43846D7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D71957-1FCF-74A7-C831-C6A620DF4A89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600213-8084-C09D-E880-70DFBDE5D6A6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BAAA959-384C-5FDC-D498-2C436A36C9A0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C74C0069-4002-C3CE-82A1-7F59239F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DE645F-57A9-411A-AFC5-F46824EB3888}" type="datetime1">
              <a:rPr lang="en-US" smtClean="0"/>
              <a:t>12/15/2024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BC3ECC68-CABB-A472-5004-37B7B978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8A1A2DF7-6769-E826-95EA-62805178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75287EE-43F2-654A-0F15-4844338C6E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47272" y="6234085"/>
            <a:ext cx="582219" cy="6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EF691E-C05A-2EAD-BC9B-310E0DEB5AE5}"/>
              </a:ext>
            </a:extLst>
          </p:cNvPr>
          <p:cNvSpPr/>
          <p:nvPr userDrawn="1"/>
        </p:nvSpPr>
        <p:spPr>
          <a:xfrm rot="16200000">
            <a:off x="2667003" y="-2667003"/>
            <a:ext cx="6858002" cy="12191996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2AA451-5100-5B7A-094E-DA13508D6797}"/>
              </a:ext>
            </a:extLst>
          </p:cNvPr>
          <p:cNvGrpSpPr/>
          <p:nvPr userDrawn="1"/>
        </p:nvGrpSpPr>
        <p:grpSpPr>
          <a:xfrm rot="16200000">
            <a:off x="1532" y="6164937"/>
            <a:ext cx="701040" cy="88739"/>
            <a:chOff x="298173" y="6132443"/>
            <a:chExt cx="701040" cy="914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28B085-1DC6-5F41-2AD3-BE2CAF77FFDE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DAD775-0916-B4FE-6D1C-A70442842CFC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5A927B-98A6-B854-CF2A-56A3F3411F55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D2C566D-3C33-B665-79DF-72E5BBD9C270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1DE0FA5-6557-1979-FCB1-AFB3992F9EBF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0B43F455-E6B0-4B40-F09F-A981D09B74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842" b="71429" l="9766" r="87988">
                        <a14:foregroundMark x1="74902" y1="48549" x2="52344" y2="35100"/>
                        <a14:foregroundMark x1="52344" y1="35100" x2="55957" y2="34598"/>
                        <a14:foregroundMark x1="60449" y1="36607" x2="77539" y2="47991"/>
                        <a14:foregroundMark x1="80273" y1="51842" x2="83789" y2="63895"/>
                        <a14:foregroundMark x1="79199" y1="66685" x2="22949" y2="66741"/>
                        <a14:foregroundMark x1="33984" y1="39397" x2="9766" y2="60379"/>
                        <a14:foregroundMark x1="80566" y1="68750" x2="14648" y2="71429"/>
                        <a14:foregroundMark x1="75977" y1="47656" x2="82813" y2="58259"/>
                        <a14:foregroundMark x1="77051" y1="43862" x2="87988" y2="49777"/>
                      </a14:backgroundRemoval>
                    </a14:imgEffect>
                  </a14:imgLayer>
                </a14:imgProps>
              </a:ext>
            </a:extLst>
          </a:blip>
          <a:srcRect l="15441" t="22131" r="14799" b="52291"/>
          <a:stretch/>
        </p:blipFill>
        <p:spPr>
          <a:xfrm rot="16200000">
            <a:off x="11119755" y="234038"/>
            <a:ext cx="1306286" cy="838195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C4C1B9A-DA84-AB3B-B0AA-C6E817279B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36525"/>
            <a:ext cx="10806113" cy="466725"/>
          </a:xfrm>
        </p:spPr>
        <p:txBody>
          <a:bodyPr>
            <a:noAutofit/>
          </a:bodyPr>
          <a:lstStyle>
            <a:lvl1pPr marL="231775" indent="0">
              <a:buNone/>
              <a:defRPr sz="32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42817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173" y="225960"/>
            <a:ext cx="10515600" cy="349851"/>
          </a:xfrm>
        </p:spPr>
        <p:txBody>
          <a:bodyPr>
            <a:no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663"/>
            <a:ext cx="10515600" cy="473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AE30F9-24B6-7C9F-5971-944F7EFF7A42}"/>
              </a:ext>
            </a:extLst>
          </p:cNvPr>
          <p:cNvSpPr/>
          <p:nvPr userDrawn="1"/>
        </p:nvSpPr>
        <p:spPr>
          <a:xfrm>
            <a:off x="-2" y="228339"/>
            <a:ext cx="274320" cy="347472"/>
          </a:xfrm>
          <a:prstGeom prst="rect">
            <a:avLst/>
          </a:prstGeom>
          <a:solidFill>
            <a:srgbClr val="00E0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01EE7C6-4D19-CDAF-2456-14AF566179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8450" y="573183"/>
            <a:ext cx="10515600" cy="274320"/>
          </a:xfrm>
        </p:spPr>
        <p:txBody>
          <a:bodyPr wrap="square" tIns="45720" bIns="45720" anchor="ctr" anchorCtr="0">
            <a:noAutofit/>
          </a:bodyPr>
          <a:lstStyle>
            <a:lvl1pPr marL="0" indent="0">
              <a:buNone/>
              <a:defRPr sz="1800" b="1">
                <a:solidFill>
                  <a:srgbClr val="00ACB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A32B58-BFF1-A496-11EC-C465D0B13338}"/>
              </a:ext>
            </a:extLst>
          </p:cNvPr>
          <p:cNvSpPr/>
          <p:nvPr userDrawn="1"/>
        </p:nvSpPr>
        <p:spPr>
          <a:xfrm>
            <a:off x="-2" y="573182"/>
            <a:ext cx="274320" cy="274320"/>
          </a:xfrm>
          <a:prstGeom prst="rect">
            <a:avLst/>
          </a:prstGeom>
          <a:solidFill>
            <a:srgbClr val="012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529C74-EBF3-B452-63A5-1A3E6E5BB045}"/>
              </a:ext>
            </a:extLst>
          </p:cNvPr>
          <p:cNvSpPr/>
          <p:nvPr userDrawn="1"/>
        </p:nvSpPr>
        <p:spPr>
          <a:xfrm>
            <a:off x="0" y="6344560"/>
            <a:ext cx="12192000" cy="408159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197732-4E64-2ED4-6525-5D5F28175830}"/>
              </a:ext>
            </a:extLst>
          </p:cNvPr>
          <p:cNvGrpSpPr/>
          <p:nvPr userDrawn="1"/>
        </p:nvGrpSpPr>
        <p:grpSpPr>
          <a:xfrm>
            <a:off x="298173" y="6502919"/>
            <a:ext cx="701040" cy="91440"/>
            <a:chOff x="298173" y="6132443"/>
            <a:chExt cx="701040" cy="914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961D0D8-6F98-19C8-4FA2-B7BBD361E13E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3996DE-469B-196F-2A5A-7F4D0B406B4F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4EDFC97-E021-C614-1D15-0725A64F1F51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80A9F0F-7D1B-6DEB-E67D-3516F8FD83B7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F6192F2-2269-8BC8-6F07-0B8EC0C99E2B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03E67C51-671A-61D1-30BF-37AD59E2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D4E4F7-56CA-4059-8F02-59902EC676E1}" type="datetime1">
              <a:rPr lang="en-US" smtClean="0"/>
              <a:t>12/15/2024</a:t>
            </a:fld>
            <a:endParaRPr lang="en-US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FACD775-E7C4-A797-B0A1-E1D25495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8293F4ED-20DA-9CAA-EE58-AFDE266F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D3A9950-35AD-D1D8-43AD-CE5C34197F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47272" y="6234085"/>
            <a:ext cx="582219" cy="6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5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1291"/>
            <a:ext cx="10515600" cy="509782"/>
          </a:xfrm>
        </p:spPr>
        <p:txBody>
          <a:bodyPr>
            <a:no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9626"/>
            <a:ext cx="10515600" cy="5367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98FE-A884-1471-644B-8CE9FAC3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6B39CA1E-A967-4FA7-96FC-39D298351ED4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2C02-44B4-B898-0EEC-8443953B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ECDB-7854-A460-323F-62871033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BBA68-2A8D-4C2F-675E-BF837D07BDD6}"/>
              </a:ext>
            </a:extLst>
          </p:cNvPr>
          <p:cNvSpPr/>
          <p:nvPr userDrawn="1"/>
        </p:nvSpPr>
        <p:spPr>
          <a:xfrm>
            <a:off x="0" y="6132442"/>
            <a:ext cx="12192000" cy="725557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DCA45-9DE1-7B62-EBF5-FCB7C8E11BEC}"/>
              </a:ext>
            </a:extLst>
          </p:cNvPr>
          <p:cNvGrpSpPr/>
          <p:nvPr userDrawn="1"/>
        </p:nvGrpSpPr>
        <p:grpSpPr>
          <a:xfrm>
            <a:off x="298173" y="6449500"/>
            <a:ext cx="701040" cy="91440"/>
            <a:chOff x="298173" y="6132443"/>
            <a:chExt cx="701040" cy="91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B96CF0-E617-71B3-388E-DDE426B6D01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85823A-6C83-D725-67A5-BB02568F7E1B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8AE9ED-B548-A19E-0E75-5B5BD3EF09EC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7E4663-2241-EDEE-2B00-2E0BC9BD8D3C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07FF60-DA03-E853-B90B-5576A015599A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CB912-BD62-3FA8-ABFC-C9303488B612}"/>
              </a:ext>
            </a:extLst>
          </p:cNvPr>
          <p:cNvSpPr/>
          <p:nvPr userDrawn="1"/>
        </p:nvSpPr>
        <p:spPr>
          <a:xfrm>
            <a:off x="1083129" y="670756"/>
            <a:ext cx="9275956" cy="4571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58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B58-D797-223C-0A6E-C9D297EF2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4104"/>
            <a:ext cx="1036822" cy="510461"/>
          </a:xfrm>
          <a:solidFill>
            <a:srgbClr val="012C57"/>
          </a:solidFill>
        </p:spPr>
        <p:txBody>
          <a:bodyPr wrap="none" lIns="182880">
            <a:spAutoFit/>
          </a:bodyPr>
          <a:lstStyle>
            <a:lvl1pPr>
              <a:defRPr sz="3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B1E4-2246-8195-3597-C1D04D48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378"/>
            <a:ext cx="10515600" cy="4982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BBA68-2A8D-4C2F-675E-BF837D07BDD6}"/>
              </a:ext>
            </a:extLst>
          </p:cNvPr>
          <p:cNvSpPr/>
          <p:nvPr userDrawn="1"/>
        </p:nvSpPr>
        <p:spPr>
          <a:xfrm>
            <a:off x="0" y="6521418"/>
            <a:ext cx="12192000" cy="274320"/>
          </a:xfrm>
          <a:prstGeom prst="rect">
            <a:avLst/>
          </a:prstGeom>
          <a:solidFill>
            <a:srgbClr val="012C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ADCA45-9DE1-7B62-EBF5-FCB7C8E11BEC}"/>
              </a:ext>
            </a:extLst>
          </p:cNvPr>
          <p:cNvGrpSpPr/>
          <p:nvPr userDrawn="1"/>
        </p:nvGrpSpPr>
        <p:grpSpPr>
          <a:xfrm>
            <a:off x="298173" y="6612858"/>
            <a:ext cx="701040" cy="91440"/>
            <a:chOff x="298173" y="6132443"/>
            <a:chExt cx="701040" cy="91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B96CF0-E617-71B3-388E-DDE426B6D017}"/>
                </a:ext>
              </a:extLst>
            </p:cNvPr>
            <p:cNvSpPr/>
            <p:nvPr userDrawn="1"/>
          </p:nvSpPr>
          <p:spPr>
            <a:xfrm>
              <a:off x="298173" y="6132443"/>
              <a:ext cx="91440" cy="914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85823A-6C83-D725-67A5-BB02568F7E1B}"/>
                </a:ext>
              </a:extLst>
            </p:cNvPr>
            <p:cNvSpPr/>
            <p:nvPr userDrawn="1"/>
          </p:nvSpPr>
          <p:spPr>
            <a:xfrm>
              <a:off x="450573" y="6132443"/>
              <a:ext cx="91440" cy="914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8AE9ED-B548-A19E-0E75-5B5BD3EF09EC}"/>
                </a:ext>
              </a:extLst>
            </p:cNvPr>
            <p:cNvSpPr/>
            <p:nvPr userDrawn="1"/>
          </p:nvSpPr>
          <p:spPr>
            <a:xfrm>
              <a:off x="602973" y="6132443"/>
              <a:ext cx="91440" cy="91440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7E4663-2241-EDEE-2B00-2E0BC9BD8D3C}"/>
                </a:ext>
              </a:extLst>
            </p:cNvPr>
            <p:cNvSpPr/>
            <p:nvPr userDrawn="1"/>
          </p:nvSpPr>
          <p:spPr>
            <a:xfrm>
              <a:off x="755373" y="6132443"/>
              <a:ext cx="91440" cy="91440"/>
            </a:xfrm>
            <a:prstGeom prst="ellips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07FF60-DA03-E853-B90B-5576A015599A}"/>
                </a:ext>
              </a:extLst>
            </p:cNvPr>
            <p:cNvSpPr/>
            <p:nvPr userDrawn="1"/>
          </p:nvSpPr>
          <p:spPr>
            <a:xfrm>
              <a:off x="907773" y="6132443"/>
              <a:ext cx="91440" cy="91440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98FE-A884-1471-644B-8CE9FAC3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1418"/>
            <a:ext cx="274320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220E03-09E5-4D40-A6AC-48CAF7C443B3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02C02-44B4-B898-0EEC-8443953B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1418"/>
            <a:ext cx="411480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WSC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ECDB-7854-A460-323F-62871033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1418"/>
            <a:ext cx="2743200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B04D06-9B53-449C-96E5-26191F733F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0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634E2-9728-EA45-2878-0D403840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44F00-E2DF-27A3-C7AC-DC31824C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BCD32-8C73-D2C5-377E-33B241083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D7533-5AE9-4BD9-A7D2-BAF55C3A2DC4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847B-D0D6-30A9-35DB-CB43112C8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WSC 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6D6F2-8841-65E2-AD33-730F51D78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04D06-9B53-449C-96E5-26191F733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7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7" r:id="rId3"/>
    <p:sldLayoutId id="2147483660" r:id="rId4"/>
    <p:sldLayoutId id="2147483666" r:id="rId5"/>
    <p:sldLayoutId id="2147483670" r:id="rId6"/>
    <p:sldLayoutId id="2147483669" r:id="rId7"/>
    <p:sldLayoutId id="2147483668" r:id="rId8"/>
    <p:sldLayoutId id="2147483665" r:id="rId9"/>
    <p:sldLayoutId id="214748366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1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8.gif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BEB5BE4-FC92-3980-91C6-57780D449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864" y="2138776"/>
            <a:ext cx="6158847" cy="2919325"/>
          </a:xfrm>
        </p:spPr>
        <p:txBody>
          <a:bodyPr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dirty="0"/>
              <a:t>AI-DRIVEN MULTI-OBJECTIVE UAV ROUTE OPTIMIZATION</a:t>
            </a:r>
            <a:br>
              <a:rPr lang="en-US" sz="3200" dirty="0"/>
            </a:br>
            <a:br>
              <a:rPr lang="en-US" sz="3200" dirty="0"/>
            </a:br>
            <a:r>
              <a:rPr lang="en-US" sz="1800" cap="all" dirty="0">
                <a:solidFill>
                  <a:srgbClr val="00ACB4"/>
                </a:solidFill>
              </a:rPr>
              <a:t>Mohammad Dehghani</a:t>
            </a:r>
            <a:br>
              <a:rPr lang="en-US" sz="1800" cap="all" dirty="0">
                <a:solidFill>
                  <a:srgbClr val="00ACB4"/>
                </a:solidFill>
              </a:rPr>
            </a:br>
            <a:r>
              <a:rPr lang="en-US" sz="1800" cap="all" dirty="0">
                <a:solidFill>
                  <a:srgbClr val="00ACB4"/>
                </a:solidFill>
              </a:rPr>
              <a:t>Sahil Belsare</a:t>
            </a:r>
            <a:br>
              <a:rPr lang="en-US" sz="1800" cap="all" dirty="0">
                <a:solidFill>
                  <a:srgbClr val="00ACB4"/>
                </a:solidFill>
              </a:rPr>
            </a:br>
            <a:r>
              <a:rPr lang="en-US" sz="1800" cap="all" dirty="0">
                <a:solidFill>
                  <a:srgbClr val="00ACB4"/>
                </a:solidFill>
              </a:rPr>
              <a:t>Ashwin Devanga</a:t>
            </a:r>
            <a:br>
              <a:rPr lang="en-US" sz="1800" cap="all" spc="300" dirty="0">
                <a:solidFill>
                  <a:srgbClr val="00ACB4"/>
                </a:solidFill>
              </a:rPr>
            </a:br>
            <a:br>
              <a:rPr lang="en-US" sz="1800" cap="all" spc="300" dirty="0">
                <a:solidFill>
                  <a:srgbClr val="00ACB4"/>
                </a:solidFill>
              </a:rPr>
            </a:br>
            <a:r>
              <a:rPr lang="en-US" sz="1800" dirty="0">
                <a:latin typeface="+mn-lt"/>
              </a:rPr>
              <a:t>Mechanical and industrial engineering</a:t>
            </a:r>
            <a:br>
              <a:rPr lang="en-US" sz="1800" dirty="0">
                <a:solidFill>
                  <a:srgbClr val="00ACB4"/>
                </a:solidFill>
                <a:latin typeface="+mn-lt"/>
              </a:rPr>
            </a:br>
            <a:r>
              <a:rPr lang="en-US" sz="1800" dirty="0">
                <a:latin typeface="+mn-lt"/>
              </a:rPr>
              <a:t>Northeastern University</a:t>
            </a:r>
            <a:endParaRPr lang="en-US" sz="3200" dirty="0">
              <a:latin typeface="+mn-lt"/>
            </a:endParaRPr>
          </a:p>
        </p:txBody>
      </p:sp>
      <p:pic>
        <p:nvPicPr>
          <p:cNvPr id="2" name="Content Placeholder 4" descr="A person flying a drone&#10;&#10;Description automatically generated">
            <a:extLst>
              <a:ext uri="{FF2B5EF4-FFF2-40B4-BE49-F238E27FC236}">
                <a16:creationId xmlns:a16="http://schemas.microsoft.com/office/drawing/2014/main" id="{CBE08707-10A3-D170-65AB-14415C4F9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704" y="940592"/>
            <a:ext cx="5609805" cy="560980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FF220F0-7DF0-7977-A184-CEF6B1095913}"/>
              </a:ext>
            </a:extLst>
          </p:cNvPr>
          <p:cNvGrpSpPr/>
          <p:nvPr/>
        </p:nvGrpSpPr>
        <p:grpSpPr>
          <a:xfrm>
            <a:off x="1428561" y="0"/>
            <a:ext cx="1162410" cy="1220796"/>
            <a:chOff x="1428561" y="0"/>
            <a:chExt cx="1162410" cy="1220796"/>
          </a:xfrm>
        </p:grpSpPr>
        <p:pic>
          <p:nvPicPr>
            <p:cNvPr id="4" name="Picture 3" descr="Winter Simulation Conference 2024">
              <a:extLst>
                <a:ext uri="{FF2B5EF4-FFF2-40B4-BE49-F238E27FC236}">
                  <a16:creationId xmlns:a16="http://schemas.microsoft.com/office/drawing/2014/main" id="{04EEA0F5-8A03-2C79-CEF0-9DFE5700D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348" b="94783" l="5023" r="91781">
                          <a14:foregroundMark x1="13242" y1="36522" x2="11872" y2="46087"/>
                          <a14:foregroundMark x1="11872" y1="46087" x2="15068" y2="61304"/>
                          <a14:foregroundMark x1="15068" y1="61304" x2="23744" y2="75652"/>
                          <a14:foregroundMark x1="23744" y1="75652" x2="45205" y2="89565"/>
                          <a14:foregroundMark x1="45205" y1="89565" x2="65297" y2="86522"/>
                          <a14:foregroundMark x1="65297" y1="86522" x2="76712" y2="71739"/>
                          <a14:foregroundMark x1="76712" y1="71739" x2="82648" y2="50435"/>
                          <a14:foregroundMark x1="82648" y1="50435" x2="76256" y2="31304"/>
                          <a14:foregroundMark x1="70870" y1="24808" x2="69406" y2="23043"/>
                          <a14:foregroundMark x1="76256" y1="31304" x2="72073" y2="26260"/>
                          <a14:foregroundMark x1="69406" y1="23043" x2="65753" y2="21739"/>
                          <a14:foregroundMark x1="60274" y1="20870" x2="35616" y2="18696"/>
                          <a14:foregroundMark x1="35616" y1="18696" x2="23288" y2="25217"/>
                          <a14:foregroundMark x1="23288" y1="25217" x2="8219" y2="45652"/>
                          <a14:foregroundMark x1="8219" y1="45652" x2="6393" y2="54783"/>
                          <a14:foregroundMark x1="6393" y1="54783" x2="29224" y2="86522"/>
                          <a14:foregroundMark x1="29224" y1="86522" x2="48858" y2="92609"/>
                          <a14:foregroundMark x1="48858" y1="92609" x2="59361" y2="93043"/>
                          <a14:foregroundMark x1="82192" y1="77826" x2="83562" y2="32174"/>
                          <a14:foregroundMark x1="83562" y1="32174" x2="77169" y2="27826"/>
                          <a14:foregroundMark x1="66761" y1="14819" x2="57534" y2="11304"/>
                          <a14:foregroundMark x1="67807" y1="15217" x2="67208" y2="14989"/>
                          <a14:foregroundMark x1="71233" y1="16522" x2="67807" y2="15217"/>
                          <a14:foregroundMark x1="57534" y1="11304" x2="56164" y2="7391"/>
                          <a14:foregroundMark x1="53004" y1="15217" x2="50685" y2="24783"/>
                          <a14:foregroundMark x1="54795" y1="7826" x2="53004" y2="15217"/>
                          <a14:foregroundMark x1="50685" y1="24783" x2="38813" y2="37391"/>
                          <a14:foregroundMark x1="38813" y1="37391" x2="35160" y2="39565"/>
                          <a14:foregroundMark x1="73059" y1="15217" x2="73059" y2="12609"/>
                          <a14:foregroundMark x1="73059" y1="22609" x2="73059" y2="15217"/>
                          <a14:foregroundMark x1="73059" y1="12609" x2="79909" y2="6087"/>
                          <a14:foregroundMark x1="79909" y1="6087" x2="80365" y2="5652"/>
                          <a14:foregroundMark x1="74886" y1="22174" x2="84475" y2="16957"/>
                          <a14:foregroundMark x1="85845" y1="28696" x2="92237" y2="34348"/>
                          <a14:foregroundMark x1="87671" y1="17826" x2="90411" y2="17826"/>
                          <a14:foregroundMark x1="52511" y1="5652" x2="48402" y2="4348"/>
                          <a14:foregroundMark x1="48858" y1="18696" x2="27854" y2="20000"/>
                          <a14:foregroundMark x1="27854" y1="20000" x2="13699" y2="31304"/>
                          <a14:foregroundMark x1="13699" y1="31304" x2="6849" y2="46087"/>
                          <a14:foregroundMark x1="6849" y1="46087" x2="5479" y2="62609"/>
                          <a14:foregroundMark x1="5479" y1="62609" x2="17808" y2="80435"/>
                          <a14:foregroundMark x1="17808" y1="80435" x2="56164" y2="92609"/>
                          <a14:foregroundMark x1="56164" y1="92609" x2="76712" y2="86087"/>
                          <a14:foregroundMark x1="76712" y1="86087" x2="86758" y2="51304"/>
                          <a14:foregroundMark x1="86758" y1="51304" x2="86301" y2="42174"/>
                          <a14:foregroundMark x1="86301" y1="42174" x2="70320" y2="30000"/>
                          <a14:foregroundMark x1="70320" y1="30000" x2="52968" y2="24783"/>
                          <a14:foregroundMark x1="52968" y1="24783" x2="46119" y2="32609"/>
                          <a14:foregroundMark x1="46119" y1="32609" x2="42922" y2="33478"/>
                          <a14:foregroundMark x1="16895" y1="26957" x2="48402" y2="12174"/>
                          <a14:foregroundMark x1="48402" y1="12174" x2="12785" y2="32174"/>
                          <a14:foregroundMark x1="12785" y1="32174" x2="6849" y2="61304"/>
                          <a14:foregroundMark x1="6849" y1="61304" x2="15068" y2="82174"/>
                          <a14:foregroundMark x1="15068" y1="82174" x2="24658" y2="88261"/>
                          <a14:foregroundMark x1="24658" y1="88261" x2="42922" y2="91304"/>
                          <a14:foregroundMark x1="42922" y1="91304" x2="63927" y2="86957"/>
                          <a14:foregroundMark x1="63927" y1="86957" x2="84932" y2="74348"/>
                          <a14:foregroundMark x1="84932" y1="74348" x2="89498" y2="63913"/>
                          <a14:foregroundMark x1="89498" y1="63913" x2="87671" y2="49565"/>
                          <a14:foregroundMark x1="87671" y1="49565" x2="77626" y2="32609"/>
                          <a14:foregroundMark x1="72255" y1="28650" x2="63470" y2="22174"/>
                          <a14:foregroundMark x1="77626" y1="32609" x2="72401" y2="28757"/>
                          <a14:foregroundMark x1="63470" y1="22174" x2="44749" y2="25652"/>
                          <a14:foregroundMark x1="44749" y1="25652" x2="26941" y2="38261"/>
                          <a14:foregroundMark x1="26941" y1="38261" x2="25571" y2="42609"/>
                          <a14:foregroundMark x1="5936" y1="47826" x2="8219" y2="36522"/>
                          <a14:foregroundMark x1="8219" y1="36522" x2="20091" y2="21739"/>
                          <a14:foregroundMark x1="20091" y1="21739" x2="34247" y2="15652"/>
                          <a14:foregroundMark x1="34247" y1="15652" x2="43836" y2="14783"/>
                          <a14:foregroundMark x1="43836" y1="20000" x2="25571" y2="36087"/>
                          <a14:foregroundMark x1="25571" y1="36087" x2="11872" y2="67391"/>
                          <a14:foregroundMark x1="11872" y1="67391" x2="14155" y2="75652"/>
                          <a14:foregroundMark x1="48248" y1="55652" x2="50685" y2="44783"/>
                          <a14:foregroundMark x1="42009" y1="83478" x2="48248" y2="55652"/>
                          <a14:foregroundMark x1="68037" y1="90435" x2="42009" y2="93043"/>
                          <a14:foregroundMark x1="42009" y1="93043" x2="31050" y2="91304"/>
                          <a14:foregroundMark x1="31050" y1="91304" x2="49772" y2="93478"/>
                          <a14:foregroundMark x1="49772" y1="93478" x2="68493" y2="92174"/>
                          <a14:foregroundMark x1="61187" y1="94783" x2="30137" y2="94783"/>
                          <a14:foregroundMark x1="30137" y1="94783" x2="50685" y2="93043"/>
                          <a14:foregroundMark x1="50685" y1="93043" x2="73973" y2="83913"/>
                          <a14:foregroundMark x1="62100" y1="20435" x2="66210" y2="29130"/>
                          <a14:foregroundMark x1="66210" y1="29130" x2="70776" y2="31304"/>
                          <a14:backgroundMark x1="67123" y1="15217" x2="67123" y2="15217"/>
                          <a14:backgroundMark x1="67580" y1="15217" x2="67123" y2="11739"/>
                          <a14:backgroundMark x1="67123" y1="14783" x2="66210" y2="13478"/>
                          <a14:backgroundMark x1="49772" y1="55652" x2="49772" y2="55652"/>
                        </a14:backgroundRemoval>
                      </a14:imgEffect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561" y="0"/>
              <a:ext cx="1162410" cy="122079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WSC Archive">
              <a:extLst>
                <a:ext uri="{FF2B5EF4-FFF2-40B4-BE49-F238E27FC236}">
                  <a16:creationId xmlns:a16="http://schemas.microsoft.com/office/drawing/2014/main" id="{C66797F0-EE3F-B4C2-3E27-71E217A03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218" y="476987"/>
              <a:ext cx="571420" cy="463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8577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271A-A32D-41D8-E7C6-52A23DCC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7AF0CC5-95A5-95E4-EBC1-0F2C94FDBC11}"/>
              </a:ext>
            </a:extLst>
          </p:cNvPr>
          <p:cNvSpPr/>
          <p:nvPr/>
        </p:nvSpPr>
        <p:spPr>
          <a:xfrm>
            <a:off x="-16380" y="1838520"/>
            <a:ext cx="12208380" cy="3180960"/>
          </a:xfrm>
          <a:prstGeom prst="rect">
            <a:avLst/>
          </a:prstGeom>
          <a:gradFill flip="none" rotWithShape="1">
            <a:gsLst>
              <a:gs pos="0">
                <a:srgbClr val="00ACB4">
                  <a:lumMod val="5000"/>
                  <a:lumOff val="95000"/>
                </a:srgbClr>
              </a:gs>
              <a:gs pos="85000">
                <a:srgbClr val="E4D9C9">
                  <a:alpha val="30000"/>
                  <a:lumMod val="20000"/>
                  <a:lumOff val="8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36E0E-3D84-7C3D-9AF7-F6B59532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Applications and Challenges</a:t>
            </a:r>
            <a:endParaRPr lang="en-US" dirty="0"/>
          </a:p>
        </p:txBody>
      </p:sp>
      <p:grpSp>
        <p:nvGrpSpPr>
          <p:cNvPr id="1070" name="Group 1069" hidden="1">
            <a:extLst>
              <a:ext uri="{FF2B5EF4-FFF2-40B4-BE49-F238E27FC236}">
                <a16:creationId xmlns:a16="http://schemas.microsoft.com/office/drawing/2014/main" id="{5E1D1072-1488-11FD-5E75-EC26D95ED4F7}"/>
              </a:ext>
            </a:extLst>
          </p:cNvPr>
          <p:cNvGrpSpPr/>
          <p:nvPr/>
        </p:nvGrpSpPr>
        <p:grpSpPr>
          <a:xfrm>
            <a:off x="6558630" y="1690816"/>
            <a:ext cx="2537583" cy="3476368"/>
            <a:chOff x="8290050" y="1690816"/>
            <a:chExt cx="2537583" cy="3476368"/>
          </a:xfrm>
        </p:grpSpPr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95FC8E73-17C7-9E21-E1C4-35F9D29D4815}"/>
                </a:ext>
              </a:extLst>
            </p:cNvPr>
            <p:cNvGrpSpPr/>
            <p:nvPr/>
          </p:nvGrpSpPr>
          <p:grpSpPr>
            <a:xfrm>
              <a:off x="8290050" y="1690816"/>
              <a:ext cx="2537583" cy="3476368"/>
              <a:chOff x="2143814" y="1690816"/>
              <a:chExt cx="2537583" cy="3476368"/>
            </a:xfrm>
          </p:grpSpPr>
          <p:grpSp>
            <p:nvGrpSpPr>
              <p:cNvPr id="1032" name="Group 1031">
                <a:extLst>
                  <a:ext uri="{FF2B5EF4-FFF2-40B4-BE49-F238E27FC236}">
                    <a16:creationId xmlns:a16="http://schemas.microsoft.com/office/drawing/2014/main" id="{4696B0F3-32E8-1C7F-9264-0828B8E2A135}"/>
                  </a:ext>
                </a:extLst>
              </p:cNvPr>
              <p:cNvGrpSpPr/>
              <p:nvPr/>
            </p:nvGrpSpPr>
            <p:grpSpPr>
              <a:xfrm>
                <a:off x="2143814" y="1690816"/>
                <a:ext cx="2537583" cy="3476368"/>
                <a:chOff x="658409" y="1606378"/>
                <a:chExt cx="2537583" cy="3476368"/>
              </a:xfrm>
            </p:grpSpPr>
            <p:sp>
              <p:nvSpPr>
                <p:cNvPr id="1040" name="Rectangle 1039">
                  <a:extLst>
                    <a:ext uri="{FF2B5EF4-FFF2-40B4-BE49-F238E27FC236}">
                      <a16:creationId xmlns:a16="http://schemas.microsoft.com/office/drawing/2014/main" id="{72184056-2953-E82B-6B7F-8371C2262CB3}"/>
                    </a:ext>
                  </a:extLst>
                </p:cNvPr>
                <p:cNvSpPr/>
                <p:nvPr/>
              </p:nvSpPr>
              <p:spPr>
                <a:xfrm>
                  <a:off x="744225" y="1606378"/>
                  <a:ext cx="2451767" cy="3476368"/>
                </a:xfrm>
                <a:prstGeom prst="rect">
                  <a:avLst/>
                </a:prstGeom>
                <a:gradFill>
                  <a:gsLst>
                    <a:gs pos="46000">
                      <a:srgbClr val="A4804A">
                        <a:alpha val="29804"/>
                      </a:srgbClr>
                    </a:gs>
                    <a:gs pos="100000">
                      <a:srgbClr val="2A2A2C">
                        <a:alpha val="3000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41" name="Rectangle 1040">
                  <a:extLst>
                    <a:ext uri="{FF2B5EF4-FFF2-40B4-BE49-F238E27FC236}">
                      <a16:creationId xmlns:a16="http://schemas.microsoft.com/office/drawing/2014/main" id="{DD7C0EF7-3B15-59E3-7F8C-4031BDC60B76}"/>
                    </a:ext>
                  </a:extLst>
                </p:cNvPr>
                <p:cNvSpPr/>
                <p:nvPr/>
              </p:nvSpPr>
              <p:spPr>
                <a:xfrm>
                  <a:off x="658409" y="1606378"/>
                  <a:ext cx="91440" cy="3476368"/>
                </a:xfrm>
                <a:prstGeom prst="rect">
                  <a:avLst/>
                </a:prstGeom>
                <a:gradFill>
                  <a:gsLst>
                    <a:gs pos="46000">
                      <a:srgbClr val="A4804A"/>
                    </a:gs>
                    <a:gs pos="100000">
                      <a:srgbClr val="2A2A2C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FCCF0F4E-3EBF-435A-D2C8-1BA4BDD0D000}"/>
                  </a:ext>
                </a:extLst>
              </p:cNvPr>
              <p:cNvCxnSpPr/>
              <p:nvPr/>
            </p:nvCxnSpPr>
            <p:spPr>
              <a:xfrm>
                <a:off x="2644140" y="2125980"/>
                <a:ext cx="1684020" cy="0"/>
              </a:xfrm>
              <a:prstGeom prst="line">
                <a:avLst/>
              </a:prstGeom>
              <a:ln>
                <a:solidFill>
                  <a:srgbClr val="A4804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64D65CE0-DF92-843A-9353-8096AD63FF12}"/>
                  </a:ext>
                </a:extLst>
              </p:cNvPr>
              <p:cNvSpPr txBox="1"/>
              <p:nvPr/>
            </p:nvSpPr>
            <p:spPr>
              <a:xfrm>
                <a:off x="2644140" y="1792730"/>
                <a:ext cx="1684020" cy="27699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A4804A"/>
                    </a:solidFill>
                  </a:rPr>
                  <a:t>AI</a:t>
                </a:r>
                <a:r>
                  <a:rPr lang="en-US" dirty="0">
                    <a:solidFill>
                      <a:srgbClr val="012C57"/>
                    </a:solidFill>
                  </a:rPr>
                  <a:t> </a:t>
                </a:r>
              </a:p>
            </p:txBody>
          </p:sp>
        </p:grpSp>
        <p:pic>
          <p:nvPicPr>
            <p:cNvPr id="108" name="Picture 10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D1AA262-7BC8-E34A-7A84-D4F262832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5921" y="2368634"/>
              <a:ext cx="1097280" cy="1097280"/>
            </a:xfrm>
            <a:prstGeom prst="rect">
              <a:avLst/>
            </a:prstGeom>
          </p:spPr>
        </p:pic>
      </p:grpSp>
      <p:grpSp>
        <p:nvGrpSpPr>
          <p:cNvPr id="1057" name="Group 1056" hidden="1">
            <a:extLst>
              <a:ext uri="{FF2B5EF4-FFF2-40B4-BE49-F238E27FC236}">
                <a16:creationId xmlns:a16="http://schemas.microsoft.com/office/drawing/2014/main" id="{B06BBF43-E17B-6675-A8AA-5DA2E5E43692}"/>
              </a:ext>
            </a:extLst>
          </p:cNvPr>
          <p:cNvGrpSpPr/>
          <p:nvPr/>
        </p:nvGrpSpPr>
        <p:grpSpPr>
          <a:xfrm>
            <a:off x="5646056" y="2980930"/>
            <a:ext cx="899888" cy="801807"/>
            <a:chOff x="6733852" y="3313245"/>
            <a:chExt cx="899888" cy="801807"/>
          </a:xfrm>
        </p:grpSpPr>
        <p:pic>
          <p:nvPicPr>
            <p:cNvPr id="1058" name="Picture 2" descr="CARTO | NGIS">
              <a:extLst>
                <a:ext uri="{FF2B5EF4-FFF2-40B4-BE49-F238E27FC236}">
                  <a16:creationId xmlns:a16="http://schemas.microsoft.com/office/drawing/2014/main" id="{5E74A7AD-C0AC-ABAF-5D18-B25B7F016E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78" t="47253" r="23039" b="47703"/>
            <a:stretch/>
          </p:blipFill>
          <p:spPr bwMode="auto">
            <a:xfrm flipH="1">
              <a:off x="6733852" y="3313245"/>
              <a:ext cx="899887" cy="286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9" name="Picture 2" descr="CARTO | NGIS">
              <a:extLst>
                <a:ext uri="{FF2B5EF4-FFF2-40B4-BE49-F238E27FC236}">
                  <a16:creationId xmlns:a16="http://schemas.microsoft.com/office/drawing/2014/main" id="{344B3BF8-D76D-55BD-938C-ADA31082AD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678" t="47253" r="23039" b="47703"/>
            <a:stretch/>
          </p:blipFill>
          <p:spPr bwMode="auto">
            <a:xfrm>
              <a:off x="6733853" y="3828754"/>
              <a:ext cx="899887" cy="286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2" name="Picture 1051" hidden="1">
            <a:extLst>
              <a:ext uri="{FF2B5EF4-FFF2-40B4-BE49-F238E27FC236}">
                <a16:creationId xmlns:a16="http://schemas.microsoft.com/office/drawing/2014/main" id="{6B22CB90-5B8C-BE0F-F46A-FD68A8356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111" y="3050049"/>
            <a:ext cx="609604" cy="609604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7A5271D-013B-6698-F62D-770ED77BB02E}"/>
              </a:ext>
            </a:extLst>
          </p:cNvPr>
          <p:cNvGrpSpPr/>
          <p:nvPr/>
        </p:nvGrpSpPr>
        <p:grpSpPr>
          <a:xfrm>
            <a:off x="4870117" y="2220746"/>
            <a:ext cx="2451767" cy="2170710"/>
            <a:chOff x="744225" y="1433714"/>
            <a:chExt cx="2451767" cy="2170710"/>
          </a:xfrm>
        </p:grpSpPr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067ED0C-EBD1-1AE1-0E52-6E3E82B6B7E1}"/>
                </a:ext>
              </a:extLst>
            </p:cNvPr>
            <p:cNvSpPr/>
            <p:nvPr/>
          </p:nvSpPr>
          <p:spPr>
            <a:xfrm>
              <a:off x="744225" y="1472388"/>
              <a:ext cx="2451767" cy="2132036"/>
            </a:xfrm>
            <a:prstGeom prst="roundRect">
              <a:avLst>
                <a:gd name="adj" fmla="val 5765"/>
              </a:avLst>
            </a:prstGeom>
            <a:gradFill flip="none" rotWithShape="1">
              <a:gsLst>
                <a:gs pos="46000">
                  <a:srgbClr val="00ACB4">
                    <a:alpha val="30000"/>
                  </a:srgbClr>
                </a:gs>
                <a:gs pos="100000">
                  <a:srgbClr val="2A2A2C">
                    <a:alpha val="3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0" name="Rectangle: Rounded Corners 1029">
              <a:extLst>
                <a:ext uri="{FF2B5EF4-FFF2-40B4-BE49-F238E27FC236}">
                  <a16:creationId xmlns:a16="http://schemas.microsoft.com/office/drawing/2014/main" id="{1EFD5A3F-F5C4-2014-0975-12C240CE798A}"/>
                </a:ext>
              </a:extLst>
            </p:cNvPr>
            <p:cNvSpPr/>
            <p:nvPr/>
          </p:nvSpPr>
          <p:spPr>
            <a:xfrm>
              <a:off x="744225" y="1433714"/>
              <a:ext cx="2451767" cy="34018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6000">
                  <a:srgbClr val="00ACB4"/>
                </a:gs>
                <a:gs pos="100000">
                  <a:srgbClr val="2A2A2C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UAVs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A0C9F3-FFEC-F7A7-F9D6-4DD314E759A7}"/>
              </a:ext>
            </a:extLst>
          </p:cNvPr>
          <p:cNvGrpSpPr/>
          <p:nvPr/>
        </p:nvGrpSpPr>
        <p:grpSpPr>
          <a:xfrm>
            <a:off x="2216169" y="3045743"/>
            <a:ext cx="2612285" cy="301752"/>
            <a:chOff x="2207259" y="2894766"/>
            <a:chExt cx="2612285" cy="30175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23DB4FE-E969-DDC0-00C0-3AD65262197A}"/>
                </a:ext>
              </a:extLst>
            </p:cNvPr>
            <p:cNvSpPr/>
            <p:nvPr/>
          </p:nvSpPr>
          <p:spPr>
            <a:xfrm rot="10800000" flipV="1">
              <a:off x="2207259" y="2915887"/>
              <a:ext cx="2286000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E0C7"/>
                </a:gs>
                <a:gs pos="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28733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Supply Chain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CD3932A-1481-0347-DCF7-8A3663B3ABB9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71BE324-2351-64A0-E859-2AC8AFB7B7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0E7AA7B-8282-ADE4-EB33-40DA0FD520CD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31C6ADF-6F25-5130-7EAF-05A187ADE578}"/>
                </a:ext>
              </a:extLst>
            </p:cNvPr>
            <p:cNvSpPr/>
            <p:nvPr/>
          </p:nvSpPr>
          <p:spPr>
            <a:xfrm rot="10800000" flipV="1">
              <a:off x="2250221" y="2930749"/>
              <a:ext cx="224096" cy="2286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>
                    <a:lumMod val="10000"/>
                    <a:lumOff val="90000"/>
                  </a:srgbClr>
                </a:gs>
                <a:gs pos="100000">
                  <a:srgbClr val="012C57">
                    <a:lumMod val="10000"/>
                    <a:lumOff val="9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1294D7B-5DAF-3364-69C9-190E7204571C}"/>
              </a:ext>
            </a:extLst>
          </p:cNvPr>
          <p:cNvGrpSpPr/>
          <p:nvPr/>
        </p:nvGrpSpPr>
        <p:grpSpPr>
          <a:xfrm flipH="1">
            <a:off x="7363547" y="3611909"/>
            <a:ext cx="2113054" cy="301752"/>
            <a:chOff x="2706490" y="2894766"/>
            <a:chExt cx="2113054" cy="301752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7E42C5FF-5A99-1ADF-8E7B-02B1E7BA97FC}"/>
                </a:ext>
              </a:extLst>
            </p:cNvPr>
            <p:cNvSpPr/>
            <p:nvPr/>
          </p:nvSpPr>
          <p:spPr>
            <a:xfrm rot="10800000" flipV="1">
              <a:off x="2706490" y="2915887"/>
              <a:ext cx="1786769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C00000"/>
                </a:gs>
                <a:gs pos="10000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588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Short-Range</a:t>
              </a:r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E17DD12-2484-3269-F827-7F7AFEB353AC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5FABC5A-62D1-09F9-3241-CEEA0B8E2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058A302-4DE2-31A0-B1FD-C8DCF7BB6732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AF026756-0F8B-23EB-F82D-7F23F7BF93C9}"/>
                </a:ext>
              </a:extLst>
            </p:cNvPr>
            <p:cNvSpPr/>
            <p:nvPr/>
          </p:nvSpPr>
          <p:spPr>
            <a:xfrm rot="10800000" flipV="1">
              <a:off x="2733375" y="2931342"/>
              <a:ext cx="228600" cy="2286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C00000">
                    <a:lumMod val="10000"/>
                    <a:lumOff val="90000"/>
                  </a:srgbClr>
                </a:gs>
                <a:gs pos="100000">
                  <a:srgbClr val="012C57">
                    <a:lumMod val="10000"/>
                    <a:lumOff val="9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018BA2-BE87-F886-1445-C9785C527DBF}"/>
              </a:ext>
            </a:extLst>
          </p:cNvPr>
          <p:cNvGrpSpPr/>
          <p:nvPr/>
        </p:nvGrpSpPr>
        <p:grpSpPr>
          <a:xfrm flipH="1">
            <a:off x="7363547" y="3045743"/>
            <a:ext cx="2113054" cy="301752"/>
            <a:chOff x="2706490" y="2894766"/>
            <a:chExt cx="2113054" cy="301752"/>
          </a:xfrm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3BAABB56-B02E-DE60-8839-848CF217A722}"/>
                </a:ext>
              </a:extLst>
            </p:cNvPr>
            <p:cNvSpPr/>
            <p:nvPr/>
          </p:nvSpPr>
          <p:spPr>
            <a:xfrm rot="10800000" flipV="1">
              <a:off x="2706490" y="2915887"/>
              <a:ext cx="1786769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C00000"/>
                </a:gs>
                <a:gs pos="10000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588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Reliability</a:t>
              </a:r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C6891F52-2889-B873-2A2C-BCDBF553CA2B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D445AA3-F7A5-EF9E-50AD-80FC5FAB42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BFB82400-C3E2-227B-AC7F-0CA2521D46C1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F6A0F2B-360F-5D63-BDEB-C2B9B4210F08}"/>
                </a:ext>
              </a:extLst>
            </p:cNvPr>
            <p:cNvSpPr/>
            <p:nvPr/>
          </p:nvSpPr>
          <p:spPr>
            <a:xfrm rot="10800000" flipV="1">
              <a:off x="2733375" y="2931342"/>
              <a:ext cx="228600" cy="2286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C00000">
                    <a:lumMod val="10000"/>
                    <a:lumOff val="90000"/>
                  </a:srgbClr>
                </a:gs>
                <a:gs pos="100000">
                  <a:srgbClr val="012C57">
                    <a:lumMod val="10000"/>
                    <a:lumOff val="9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4527DD2-4746-624E-FE4B-AD10D14153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645" y="2761079"/>
            <a:ext cx="1324707" cy="132470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50B5A9-7C46-84D9-2DD0-B3681E2D2AE3}"/>
              </a:ext>
            </a:extLst>
          </p:cNvPr>
          <p:cNvGrpSpPr/>
          <p:nvPr/>
        </p:nvGrpSpPr>
        <p:grpSpPr>
          <a:xfrm>
            <a:off x="2214924" y="3461203"/>
            <a:ext cx="2612285" cy="301752"/>
            <a:chOff x="2207259" y="2894766"/>
            <a:chExt cx="2612285" cy="30175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7DBA031-4123-5EF5-9BDE-1E213D5018D7}"/>
                </a:ext>
              </a:extLst>
            </p:cNvPr>
            <p:cNvSpPr/>
            <p:nvPr/>
          </p:nvSpPr>
          <p:spPr>
            <a:xfrm rot="10800000" flipV="1">
              <a:off x="2207259" y="2915887"/>
              <a:ext cx="2286000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E0C7"/>
                </a:gs>
                <a:gs pos="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28733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Medical Care Delivery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C2E412F-A16F-CA77-F0D9-87256FFC500B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64CE1C-3429-37B2-E9DD-2D5599F689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DD11D8B-A671-6A66-5020-7AA731562D7C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A4984AE-72A2-5636-B271-984D493C5F08}"/>
                </a:ext>
              </a:extLst>
            </p:cNvPr>
            <p:cNvSpPr/>
            <p:nvPr/>
          </p:nvSpPr>
          <p:spPr>
            <a:xfrm rot="10800000" flipV="1">
              <a:off x="2250221" y="2930749"/>
              <a:ext cx="224096" cy="2286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>
                    <a:lumMod val="10000"/>
                    <a:lumOff val="90000"/>
                  </a:srgbClr>
                </a:gs>
                <a:gs pos="100000">
                  <a:srgbClr val="012C57">
                    <a:lumMod val="10000"/>
                    <a:lumOff val="9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8DC827-00F7-EE81-4EC3-46333A608599}"/>
              </a:ext>
            </a:extLst>
          </p:cNvPr>
          <p:cNvGrpSpPr/>
          <p:nvPr/>
        </p:nvGrpSpPr>
        <p:grpSpPr>
          <a:xfrm>
            <a:off x="2225346" y="3845564"/>
            <a:ext cx="2612285" cy="301752"/>
            <a:chOff x="2207259" y="2894766"/>
            <a:chExt cx="2612285" cy="30175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C16C30F-E0C6-57F2-365D-B3D63D7AAA1A}"/>
                </a:ext>
              </a:extLst>
            </p:cNvPr>
            <p:cNvSpPr/>
            <p:nvPr/>
          </p:nvSpPr>
          <p:spPr>
            <a:xfrm rot="10800000" flipV="1">
              <a:off x="2207259" y="2930877"/>
              <a:ext cx="2286000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E0C7"/>
                </a:gs>
                <a:gs pos="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28733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Pipeline inspection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BB9287-4757-32D4-F642-A2EF1A8F5406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905BEAF-547B-77BC-0529-D5421A6B1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1662F31-56FF-8CA2-47CC-FAC1A9328B2F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F6B816D-87C7-135E-DE3D-3A4109539F17}"/>
                </a:ext>
              </a:extLst>
            </p:cNvPr>
            <p:cNvSpPr/>
            <p:nvPr/>
          </p:nvSpPr>
          <p:spPr>
            <a:xfrm rot="10800000" flipV="1">
              <a:off x="2250221" y="2930749"/>
              <a:ext cx="224096" cy="2286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>
                    <a:lumMod val="10000"/>
                    <a:lumOff val="90000"/>
                  </a:srgbClr>
                </a:gs>
                <a:gs pos="100000">
                  <a:srgbClr val="012C57">
                    <a:lumMod val="10000"/>
                    <a:lumOff val="90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DED56B9-086B-5715-75A6-C6ED3A88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D1D6B01-A5DB-6130-A8A3-9B919B1E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6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8811-AD2E-9EC4-F69A-F42C7F14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BB0D949-8262-8E84-F3C9-E5AB1F58DB65}"/>
              </a:ext>
            </a:extLst>
          </p:cNvPr>
          <p:cNvSpPr/>
          <p:nvPr/>
        </p:nvSpPr>
        <p:spPr>
          <a:xfrm>
            <a:off x="3380268" y="1508650"/>
            <a:ext cx="4691963" cy="4357225"/>
          </a:xfrm>
          <a:prstGeom prst="roundRect">
            <a:avLst>
              <a:gd name="adj" fmla="val 2720"/>
            </a:avLst>
          </a:prstGeom>
          <a:solidFill>
            <a:srgbClr val="E5F5FF"/>
          </a:solidFill>
          <a:ln>
            <a:solidFill>
              <a:srgbClr val="2404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49BDE0-5BE0-BBC4-23AE-7200D2BF4217}"/>
              </a:ext>
            </a:extLst>
          </p:cNvPr>
          <p:cNvGrpSpPr/>
          <p:nvPr/>
        </p:nvGrpSpPr>
        <p:grpSpPr>
          <a:xfrm rot="16200000">
            <a:off x="3786948" y="1154643"/>
            <a:ext cx="3878602" cy="5065239"/>
            <a:chOff x="1818751" y="1283144"/>
            <a:chExt cx="4713795" cy="5740084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B2B8DF2-0E8E-7A7C-E4F9-731AEED8F2F5}"/>
                </a:ext>
              </a:extLst>
            </p:cNvPr>
            <p:cNvGrpSpPr/>
            <p:nvPr/>
          </p:nvGrpSpPr>
          <p:grpSpPr>
            <a:xfrm>
              <a:off x="3682195" y="1283144"/>
              <a:ext cx="365760" cy="5740084"/>
              <a:chOff x="3730538" y="-733939"/>
              <a:chExt cx="365760" cy="5740084"/>
            </a:xfrm>
          </p:grpSpPr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E858D1FF-19A1-F828-4ABB-A2464FD8A19B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A227D2D3-CAA1-470C-9B1A-6860BF362463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5B63AF2A-1B49-FB61-39F9-BBE8CEA4CBFE}"/>
                  </a:ext>
                </a:extLst>
              </p:cNvPr>
              <p:cNvCxnSpPr>
                <a:cxnSpLocks/>
                <a:stCxn id="156" idx="1"/>
                <a:endCxn id="157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9137289-4D5B-4A5D-2C5D-FB94514AB07C}"/>
                </a:ext>
              </a:extLst>
            </p:cNvPr>
            <p:cNvGrpSpPr/>
            <p:nvPr/>
          </p:nvGrpSpPr>
          <p:grpSpPr>
            <a:xfrm>
              <a:off x="4303343" y="1283144"/>
              <a:ext cx="365760" cy="5740084"/>
              <a:chOff x="3730538" y="-733939"/>
              <a:chExt cx="365760" cy="5740084"/>
            </a:xfrm>
          </p:grpSpPr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ABF2BBAF-8AA7-E9E0-DE9D-7CB06673966B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4" name="Rectangle: Rounded Corners 153">
                <a:extLst>
                  <a:ext uri="{FF2B5EF4-FFF2-40B4-BE49-F238E27FC236}">
                    <a16:creationId xmlns:a16="http://schemas.microsoft.com/office/drawing/2014/main" id="{971196B7-34D7-92F7-F7F8-F6A567377FAD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BEC05F03-2A43-A20C-8E18-6DEB657B2512}"/>
                  </a:ext>
                </a:extLst>
              </p:cNvPr>
              <p:cNvCxnSpPr>
                <a:cxnSpLocks/>
                <a:stCxn id="153" idx="1"/>
                <a:endCxn id="154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09E19345-CE3A-7418-7368-4CED19A956A2}"/>
                </a:ext>
              </a:extLst>
            </p:cNvPr>
            <p:cNvGrpSpPr/>
            <p:nvPr/>
          </p:nvGrpSpPr>
          <p:grpSpPr>
            <a:xfrm>
              <a:off x="1818751" y="1283144"/>
              <a:ext cx="365760" cy="5740084"/>
              <a:chOff x="3730538" y="-733939"/>
              <a:chExt cx="365760" cy="5740084"/>
            </a:xfrm>
          </p:grpSpPr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8CE551D0-0AC7-281A-6F63-ED053961502F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1" name="Rectangle: Rounded Corners 150">
                <a:extLst>
                  <a:ext uri="{FF2B5EF4-FFF2-40B4-BE49-F238E27FC236}">
                    <a16:creationId xmlns:a16="http://schemas.microsoft.com/office/drawing/2014/main" id="{6D8B6ECE-5798-2518-503D-03542B103E83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BE9AE9EE-354A-F51D-3E14-4CCEF0F00E50}"/>
                  </a:ext>
                </a:extLst>
              </p:cNvPr>
              <p:cNvCxnSpPr>
                <a:cxnSpLocks/>
                <a:stCxn id="150" idx="1"/>
                <a:endCxn id="151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1A00C34D-FD7F-0A4E-EDB9-38EA7A20E127}"/>
                </a:ext>
              </a:extLst>
            </p:cNvPr>
            <p:cNvGrpSpPr/>
            <p:nvPr/>
          </p:nvGrpSpPr>
          <p:grpSpPr>
            <a:xfrm>
              <a:off x="2439899" y="1283144"/>
              <a:ext cx="365760" cy="5740084"/>
              <a:chOff x="3730538" y="-733939"/>
              <a:chExt cx="365760" cy="5740084"/>
            </a:xfrm>
          </p:grpSpPr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E44304D1-9A1D-D589-4975-8AE74BF8AD1F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CAE6F36F-72AE-FA44-B45D-62A4E82C5654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A7705DB-FE99-05A1-A6D8-0AEF162317DF}"/>
                  </a:ext>
                </a:extLst>
              </p:cNvPr>
              <p:cNvCxnSpPr>
                <a:cxnSpLocks/>
                <a:stCxn id="147" idx="1"/>
                <a:endCxn id="148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996FAFA2-1270-3BC1-9358-440CB6F1568B}"/>
                </a:ext>
              </a:extLst>
            </p:cNvPr>
            <p:cNvGrpSpPr/>
            <p:nvPr/>
          </p:nvGrpSpPr>
          <p:grpSpPr>
            <a:xfrm>
              <a:off x="3061047" y="1283144"/>
              <a:ext cx="365760" cy="5740084"/>
              <a:chOff x="3730538" y="-733939"/>
              <a:chExt cx="365760" cy="5740084"/>
            </a:xfrm>
          </p:grpSpPr>
          <p:sp>
            <p:nvSpPr>
              <p:cNvPr id="144" name="Rectangle: Rounded Corners 143">
                <a:extLst>
                  <a:ext uri="{FF2B5EF4-FFF2-40B4-BE49-F238E27FC236}">
                    <a16:creationId xmlns:a16="http://schemas.microsoft.com/office/drawing/2014/main" id="{C5223237-D5D3-3FB0-E4C7-03A3E89917A1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68C327BF-491B-5056-D42D-02F62B2F04E9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E21FE6DE-4634-0044-4A4E-6A01899594D7}"/>
                  </a:ext>
                </a:extLst>
              </p:cNvPr>
              <p:cNvCxnSpPr>
                <a:cxnSpLocks/>
                <a:stCxn id="144" idx="1"/>
                <a:endCxn id="145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761F213-59A4-EF1E-6A50-ADE8C4A6EF07}"/>
                </a:ext>
              </a:extLst>
            </p:cNvPr>
            <p:cNvGrpSpPr/>
            <p:nvPr/>
          </p:nvGrpSpPr>
          <p:grpSpPr>
            <a:xfrm>
              <a:off x="4924491" y="1283144"/>
              <a:ext cx="365760" cy="5740084"/>
              <a:chOff x="3730538" y="-733939"/>
              <a:chExt cx="365760" cy="5740084"/>
            </a:xfrm>
          </p:grpSpPr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8C3574A0-2039-1D40-D249-DFE5ADBBA093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D955F034-A681-C343-E1A0-2F98DA4A4E94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5A692BD9-462C-F5BF-A499-BE6A7AB79184}"/>
                  </a:ext>
                </a:extLst>
              </p:cNvPr>
              <p:cNvCxnSpPr>
                <a:cxnSpLocks/>
                <a:stCxn id="141" idx="1"/>
                <a:endCxn id="142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C124B629-ADC8-ED18-C461-7F1B1D474521}"/>
                </a:ext>
              </a:extLst>
            </p:cNvPr>
            <p:cNvGrpSpPr/>
            <p:nvPr/>
          </p:nvGrpSpPr>
          <p:grpSpPr>
            <a:xfrm>
              <a:off x="5545639" y="1283144"/>
              <a:ext cx="365760" cy="5740084"/>
              <a:chOff x="3730538" y="-733939"/>
              <a:chExt cx="365760" cy="5740084"/>
            </a:xfrm>
          </p:grpSpPr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A412260A-8AEB-332F-6421-AD450D581917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B8764291-C0D8-137C-E782-71A3EE254571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BAD8415A-2BED-1CF0-A92A-A4B61FDBD7C4}"/>
                  </a:ext>
                </a:extLst>
              </p:cNvPr>
              <p:cNvCxnSpPr>
                <a:cxnSpLocks/>
                <a:stCxn id="138" idx="1"/>
                <a:endCxn id="139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90F34BC-0773-B2DF-E093-CEE0235BB593}"/>
                </a:ext>
              </a:extLst>
            </p:cNvPr>
            <p:cNvGrpSpPr/>
            <p:nvPr/>
          </p:nvGrpSpPr>
          <p:grpSpPr>
            <a:xfrm>
              <a:off x="6166786" y="1283144"/>
              <a:ext cx="365760" cy="5740084"/>
              <a:chOff x="3730538" y="-733939"/>
              <a:chExt cx="365760" cy="5740084"/>
            </a:xfrm>
          </p:grpSpPr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08DCABDC-CB17-44F9-012E-7C8E073C80AB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BBD918F5-2645-54C7-EA3C-79620E6EC9E7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A4F84A8-BA40-0EF7-AE46-51C4AC93AF17}"/>
                  </a:ext>
                </a:extLst>
              </p:cNvPr>
              <p:cNvCxnSpPr>
                <a:cxnSpLocks/>
                <a:stCxn id="135" idx="1"/>
                <a:endCxn id="136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486BEC-DA3E-E6F8-805D-54BAEB30C7A9}"/>
              </a:ext>
            </a:extLst>
          </p:cNvPr>
          <p:cNvGrpSpPr/>
          <p:nvPr/>
        </p:nvGrpSpPr>
        <p:grpSpPr>
          <a:xfrm>
            <a:off x="3587974" y="1325736"/>
            <a:ext cx="4276550" cy="4723053"/>
            <a:chOff x="1197603" y="1283144"/>
            <a:chExt cx="5334943" cy="5740084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A9A1256-A9ED-0152-DA07-EA98609445B2}"/>
                </a:ext>
              </a:extLst>
            </p:cNvPr>
            <p:cNvGrpSpPr/>
            <p:nvPr/>
          </p:nvGrpSpPr>
          <p:grpSpPr>
            <a:xfrm>
              <a:off x="1197603" y="1283144"/>
              <a:ext cx="365760" cy="5740084"/>
              <a:chOff x="3730538" y="-733939"/>
              <a:chExt cx="365760" cy="5740084"/>
            </a:xfrm>
          </p:grpSpPr>
          <p:sp>
            <p:nvSpPr>
              <p:cNvPr id="124" name="Rectangle: Rounded Corners 123">
                <a:extLst>
                  <a:ext uri="{FF2B5EF4-FFF2-40B4-BE49-F238E27FC236}">
                    <a16:creationId xmlns:a16="http://schemas.microsoft.com/office/drawing/2014/main" id="{4C23D763-5C34-3597-CBA3-E37BFA912F58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5" name="Rectangle: Rounded Corners 124">
                <a:extLst>
                  <a:ext uri="{FF2B5EF4-FFF2-40B4-BE49-F238E27FC236}">
                    <a16:creationId xmlns:a16="http://schemas.microsoft.com/office/drawing/2014/main" id="{0E3F0089-0CB3-A625-5A68-DC6A798DA210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315F014-958A-DF12-AF95-3A50CED93330}"/>
                  </a:ext>
                </a:extLst>
              </p:cNvPr>
              <p:cNvCxnSpPr>
                <a:cxnSpLocks/>
                <a:stCxn id="124" idx="1"/>
                <a:endCxn id="125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3C2549-55F8-D8B6-A378-1CB0C4AE3744}"/>
                </a:ext>
              </a:extLst>
            </p:cNvPr>
            <p:cNvGrpSpPr/>
            <p:nvPr/>
          </p:nvGrpSpPr>
          <p:grpSpPr>
            <a:xfrm>
              <a:off x="3682195" y="1283144"/>
              <a:ext cx="365760" cy="5740084"/>
              <a:chOff x="3730538" y="-733939"/>
              <a:chExt cx="365760" cy="5740084"/>
            </a:xfrm>
          </p:grpSpPr>
          <p:sp>
            <p:nvSpPr>
              <p:cNvPr id="121" name="Rectangle: Rounded Corners 120">
                <a:extLst>
                  <a:ext uri="{FF2B5EF4-FFF2-40B4-BE49-F238E27FC236}">
                    <a16:creationId xmlns:a16="http://schemas.microsoft.com/office/drawing/2014/main" id="{0D3E4B1B-26E4-0CF5-9F5E-95FFC232480A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2" name="Rectangle: Rounded Corners 121">
                <a:extLst>
                  <a:ext uri="{FF2B5EF4-FFF2-40B4-BE49-F238E27FC236}">
                    <a16:creationId xmlns:a16="http://schemas.microsoft.com/office/drawing/2014/main" id="{EDCB737B-D12F-7581-6440-17C097D082E1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209E2220-3BB7-4F8F-0B36-8CC270C55F9A}"/>
                  </a:ext>
                </a:extLst>
              </p:cNvPr>
              <p:cNvCxnSpPr>
                <a:cxnSpLocks/>
                <a:stCxn id="121" idx="1"/>
                <a:endCxn id="122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68380C1-0EA8-788C-79A2-F6B13C2764E1}"/>
                </a:ext>
              </a:extLst>
            </p:cNvPr>
            <p:cNvGrpSpPr/>
            <p:nvPr/>
          </p:nvGrpSpPr>
          <p:grpSpPr>
            <a:xfrm>
              <a:off x="4303343" y="1283144"/>
              <a:ext cx="365760" cy="5740084"/>
              <a:chOff x="3730538" y="-733939"/>
              <a:chExt cx="365760" cy="5740084"/>
            </a:xfrm>
          </p:grpSpPr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E4C64E0C-6303-3F44-8A50-0FCFD01625F9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F96006AA-DF7A-4DEA-3D7A-27DF8811A762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2B07B789-1F88-C7F8-8949-DF8E7D0DE5D6}"/>
                  </a:ext>
                </a:extLst>
              </p:cNvPr>
              <p:cNvCxnSpPr>
                <a:cxnSpLocks/>
                <a:stCxn id="118" idx="1"/>
                <a:endCxn id="119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133C2D8-9C75-7F10-4CE3-3AEB7D2DBB1C}"/>
                </a:ext>
              </a:extLst>
            </p:cNvPr>
            <p:cNvGrpSpPr/>
            <p:nvPr/>
          </p:nvGrpSpPr>
          <p:grpSpPr>
            <a:xfrm>
              <a:off x="1818751" y="1283144"/>
              <a:ext cx="365760" cy="5740084"/>
              <a:chOff x="3730538" y="-733939"/>
              <a:chExt cx="365760" cy="5740084"/>
            </a:xfrm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B30287FD-182F-2107-39CE-82CAE87CE77A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048123E9-4168-93AF-39E6-05F08B0C42E8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5AA9292C-4180-C39A-DB3A-FE1E5DE1EADD}"/>
                  </a:ext>
                </a:extLst>
              </p:cNvPr>
              <p:cNvCxnSpPr>
                <a:cxnSpLocks/>
                <a:stCxn id="115" idx="1"/>
                <a:endCxn id="116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4558D52-8708-0E3D-53FA-0DB7000D3B6F}"/>
                </a:ext>
              </a:extLst>
            </p:cNvPr>
            <p:cNvGrpSpPr/>
            <p:nvPr/>
          </p:nvGrpSpPr>
          <p:grpSpPr>
            <a:xfrm>
              <a:off x="2439899" y="1283144"/>
              <a:ext cx="365760" cy="5740084"/>
              <a:chOff x="3730538" y="-733939"/>
              <a:chExt cx="365760" cy="5740084"/>
            </a:xfrm>
          </p:grpSpPr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F1356AB9-DC04-674E-11CE-6363E0A0B511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Rectangle: Rounded Corners 112">
                <a:extLst>
                  <a:ext uri="{FF2B5EF4-FFF2-40B4-BE49-F238E27FC236}">
                    <a16:creationId xmlns:a16="http://schemas.microsoft.com/office/drawing/2014/main" id="{09CF2279-08C6-5C9A-6BF4-DBD2F61723EE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527D7696-2673-F8C7-57C7-69558243D9BD}"/>
                  </a:ext>
                </a:extLst>
              </p:cNvPr>
              <p:cNvCxnSpPr>
                <a:cxnSpLocks/>
                <a:stCxn id="112" idx="1"/>
                <a:endCxn id="113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A9215203-CF2F-737B-ECAF-CDB625F72736}"/>
                </a:ext>
              </a:extLst>
            </p:cNvPr>
            <p:cNvGrpSpPr/>
            <p:nvPr/>
          </p:nvGrpSpPr>
          <p:grpSpPr>
            <a:xfrm>
              <a:off x="3061047" y="1283144"/>
              <a:ext cx="365760" cy="5740084"/>
              <a:chOff x="3730538" y="-733939"/>
              <a:chExt cx="365760" cy="5740084"/>
            </a:xfrm>
          </p:grpSpPr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40C186B7-9C53-DCFC-8621-FB415F1914B6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0CC9A8C8-9759-8CA6-D6F6-0F40F5D302B2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C5DB53E-6DD6-8F7E-8F70-584EBFC74F15}"/>
                  </a:ext>
                </a:extLst>
              </p:cNvPr>
              <p:cNvCxnSpPr>
                <a:cxnSpLocks/>
                <a:stCxn id="109" idx="1"/>
                <a:endCxn id="110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DA31578A-D3BC-1C45-67F5-AD60FF284965}"/>
                </a:ext>
              </a:extLst>
            </p:cNvPr>
            <p:cNvGrpSpPr/>
            <p:nvPr/>
          </p:nvGrpSpPr>
          <p:grpSpPr>
            <a:xfrm>
              <a:off x="4924491" y="1283144"/>
              <a:ext cx="365760" cy="5740084"/>
              <a:chOff x="3730538" y="-733939"/>
              <a:chExt cx="365760" cy="5740084"/>
            </a:xfrm>
          </p:grpSpPr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F4A6A810-A3A4-DB1C-8D91-0076D5A101BE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7" name="Rectangle: Rounded Corners 106">
                <a:extLst>
                  <a:ext uri="{FF2B5EF4-FFF2-40B4-BE49-F238E27FC236}">
                    <a16:creationId xmlns:a16="http://schemas.microsoft.com/office/drawing/2014/main" id="{EA449FB4-C274-0A38-B169-2D36CBB8A9A7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70A141C9-04A0-5F3F-A12A-38051C6EF508}"/>
                  </a:ext>
                </a:extLst>
              </p:cNvPr>
              <p:cNvCxnSpPr>
                <a:cxnSpLocks/>
                <a:stCxn id="106" idx="1"/>
                <a:endCxn id="107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D953DCC-D6EC-FBFB-B1BE-D6B8E23F732D}"/>
                </a:ext>
              </a:extLst>
            </p:cNvPr>
            <p:cNvGrpSpPr/>
            <p:nvPr/>
          </p:nvGrpSpPr>
          <p:grpSpPr>
            <a:xfrm>
              <a:off x="5545639" y="1283144"/>
              <a:ext cx="365760" cy="5740084"/>
              <a:chOff x="3730538" y="-733939"/>
              <a:chExt cx="365760" cy="5740084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819BBDBE-2445-72D3-F136-F46590982300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B0ACBB35-9D52-A287-7AEF-76FAC23B465A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CE20FC10-DC99-F7D3-A66F-8BDAC8495514}"/>
                  </a:ext>
                </a:extLst>
              </p:cNvPr>
              <p:cNvCxnSpPr>
                <a:cxnSpLocks/>
                <a:stCxn id="103" idx="1"/>
                <a:endCxn id="104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E7FFEF9-1BD1-8C31-9FDB-B18C03B4E130}"/>
                </a:ext>
              </a:extLst>
            </p:cNvPr>
            <p:cNvGrpSpPr/>
            <p:nvPr/>
          </p:nvGrpSpPr>
          <p:grpSpPr>
            <a:xfrm>
              <a:off x="6166786" y="1283144"/>
              <a:ext cx="365760" cy="5740084"/>
              <a:chOff x="3730538" y="-733939"/>
              <a:chExt cx="365760" cy="5740084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4F36843C-C532-78DF-52F5-ED50B17AF157}"/>
                  </a:ext>
                </a:extLst>
              </p:cNvPr>
              <p:cNvSpPr/>
              <p:nvPr/>
            </p:nvSpPr>
            <p:spPr>
              <a:xfrm rot="16200000">
                <a:off x="3798652" y="-802053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7D2F6367-2614-BFDE-EF92-326519B21ABD}"/>
                  </a:ext>
                </a:extLst>
              </p:cNvPr>
              <p:cNvSpPr/>
              <p:nvPr/>
            </p:nvSpPr>
            <p:spPr>
              <a:xfrm rot="16200000">
                <a:off x="3798652" y="4708499"/>
                <a:ext cx="229532" cy="365760"/>
              </a:xfrm>
              <a:prstGeom prst="roundRect">
                <a:avLst>
                  <a:gd name="adj" fmla="val 4127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0E87F2D9-61F6-9E6B-6C3A-9C245CC5FB5D}"/>
                  </a:ext>
                </a:extLst>
              </p:cNvPr>
              <p:cNvCxnSpPr>
                <a:cxnSpLocks/>
                <a:stCxn id="100" idx="1"/>
                <a:endCxn id="101" idx="3"/>
              </p:cNvCxnSpPr>
              <p:nvPr/>
            </p:nvCxnSpPr>
            <p:spPr>
              <a:xfrm>
                <a:off x="3913418" y="-504407"/>
                <a:ext cx="0" cy="5281020"/>
              </a:xfrm>
              <a:prstGeom prst="line">
                <a:avLst/>
              </a:prstGeom>
              <a:ln>
                <a:solidFill>
                  <a:srgbClr val="656D7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05788A1-864D-7099-E31D-2450DA09D97E}"/>
              </a:ext>
            </a:extLst>
          </p:cNvPr>
          <p:cNvGrpSpPr/>
          <p:nvPr/>
        </p:nvGrpSpPr>
        <p:grpSpPr>
          <a:xfrm>
            <a:off x="4047770" y="1643373"/>
            <a:ext cx="3796599" cy="3275618"/>
            <a:chOff x="2098894" y="1623842"/>
            <a:chExt cx="4736209" cy="3980967"/>
          </a:xfrm>
        </p:grpSpPr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58F9484-81A6-BF41-0734-95FC8F8AA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8275" y="3688990"/>
              <a:ext cx="1003477" cy="1463040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7A3F3BC-7720-5400-A059-C0B9CDB29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8048" y="1674155"/>
              <a:ext cx="320040" cy="320040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E6D7557-4C1C-CF18-F724-B8687702C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4680" y="5284769"/>
              <a:ext cx="320040" cy="320040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C8FD77CF-47BD-84F3-EA16-641335BE2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96247" y="4740246"/>
              <a:ext cx="320040" cy="320040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88F9B41-64AA-EA0E-D378-030FF029B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7877" y="3900366"/>
              <a:ext cx="320040" cy="320040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E4F4FB6-27AB-7E6B-FD0D-282A12965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6298" y="2755609"/>
              <a:ext cx="320040" cy="320040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9BC0F67-1531-080A-486D-33263854D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5063" y="2243687"/>
              <a:ext cx="320040" cy="320040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BA1C80A-1400-85D2-8C98-ECA40B2B5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8894" y="1623842"/>
              <a:ext cx="320040" cy="320040"/>
            </a:xfrm>
            <a:prstGeom prst="rect">
              <a:avLst/>
            </a:prstGeom>
          </p:spPr>
        </p:pic>
      </p:grpSp>
      <p:pic>
        <p:nvPicPr>
          <p:cNvPr id="39" name="A1">
            <a:extLst>
              <a:ext uri="{FF2B5EF4-FFF2-40B4-BE49-F238E27FC236}">
                <a16:creationId xmlns:a16="http://schemas.microsoft.com/office/drawing/2014/main" id="{12FE22D7-F4E6-BA1A-DD49-520FF17EF28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7862475">
            <a:off x="4573439" y="4331532"/>
            <a:ext cx="263335" cy="256548"/>
          </a:xfrm>
          <a:prstGeom prst="rect">
            <a:avLst/>
          </a:prstGeom>
        </p:spPr>
      </p:pic>
      <p:pic>
        <p:nvPicPr>
          <p:cNvPr id="40" name="A2">
            <a:extLst>
              <a:ext uri="{FF2B5EF4-FFF2-40B4-BE49-F238E27FC236}">
                <a16:creationId xmlns:a16="http://schemas.microsoft.com/office/drawing/2014/main" id="{EE96FF7A-AE7E-E9F5-B07A-24615FB5CF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7770" y="5091625"/>
            <a:ext cx="256548" cy="263335"/>
          </a:xfrm>
          <a:prstGeom prst="rect">
            <a:avLst/>
          </a:prstGeom>
        </p:spPr>
      </p:pic>
      <p:pic>
        <p:nvPicPr>
          <p:cNvPr id="41" name="A3">
            <a:extLst>
              <a:ext uri="{FF2B5EF4-FFF2-40B4-BE49-F238E27FC236}">
                <a16:creationId xmlns:a16="http://schemas.microsoft.com/office/drawing/2014/main" id="{8408A590-8C7A-824C-D592-56D547D5C9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40154" y="4373808"/>
            <a:ext cx="256548" cy="263335"/>
          </a:xfrm>
          <a:prstGeom prst="rect">
            <a:avLst/>
          </a:prstGeom>
        </p:spPr>
      </p:pic>
      <p:pic>
        <p:nvPicPr>
          <p:cNvPr id="42" name="B1">
            <a:extLst>
              <a:ext uri="{FF2B5EF4-FFF2-40B4-BE49-F238E27FC236}">
                <a16:creationId xmlns:a16="http://schemas.microsoft.com/office/drawing/2014/main" id="{B8C12978-FDEC-B3A9-FF0E-D1120859380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20039" y="5467818"/>
            <a:ext cx="256548" cy="263335"/>
          </a:xfrm>
          <a:prstGeom prst="rect">
            <a:avLst/>
          </a:prstGeom>
        </p:spPr>
      </p:pic>
      <p:pic>
        <p:nvPicPr>
          <p:cNvPr id="43" name="B2">
            <a:extLst>
              <a:ext uri="{FF2B5EF4-FFF2-40B4-BE49-F238E27FC236}">
                <a16:creationId xmlns:a16="http://schemas.microsoft.com/office/drawing/2014/main" id="{5582D9F0-290B-B131-93EE-4603BBE3365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56185">
            <a:off x="5637147" y="4773340"/>
            <a:ext cx="256548" cy="263335"/>
          </a:xfrm>
          <a:prstGeom prst="rect">
            <a:avLst/>
          </a:prstGeom>
        </p:spPr>
      </p:pic>
      <p:pic>
        <p:nvPicPr>
          <p:cNvPr id="44" name="B3">
            <a:extLst>
              <a:ext uri="{FF2B5EF4-FFF2-40B4-BE49-F238E27FC236}">
                <a16:creationId xmlns:a16="http://schemas.microsoft.com/office/drawing/2014/main" id="{148D8D89-F567-332E-D1D7-CE045944CC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7699180">
            <a:off x="7156982" y="5210993"/>
            <a:ext cx="263335" cy="256548"/>
          </a:xfrm>
          <a:prstGeom prst="rect">
            <a:avLst/>
          </a:prstGeom>
        </p:spPr>
      </p:pic>
      <p:pic>
        <p:nvPicPr>
          <p:cNvPr id="45" name="A4">
            <a:extLst>
              <a:ext uri="{FF2B5EF4-FFF2-40B4-BE49-F238E27FC236}">
                <a16:creationId xmlns:a16="http://schemas.microsoft.com/office/drawing/2014/main" id="{CDEBC51A-EBDE-D773-2AB9-0EE307B8A4F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3894645">
            <a:off x="3604736" y="2744204"/>
            <a:ext cx="263335" cy="256548"/>
          </a:xfrm>
          <a:prstGeom prst="rect">
            <a:avLst/>
          </a:prstGeom>
        </p:spPr>
      </p:pic>
      <p:pic>
        <p:nvPicPr>
          <p:cNvPr id="46" name="A5">
            <a:extLst>
              <a:ext uri="{FF2B5EF4-FFF2-40B4-BE49-F238E27FC236}">
                <a16:creationId xmlns:a16="http://schemas.microsoft.com/office/drawing/2014/main" id="{6F37A4A4-1EC8-E9DF-AF78-4E4FA6E51A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118748">
            <a:off x="5028385" y="1850969"/>
            <a:ext cx="256548" cy="263335"/>
          </a:xfrm>
          <a:prstGeom prst="rect">
            <a:avLst/>
          </a:prstGeom>
        </p:spPr>
      </p:pic>
      <p:pic>
        <p:nvPicPr>
          <p:cNvPr id="47" name="A6">
            <a:extLst>
              <a:ext uri="{FF2B5EF4-FFF2-40B4-BE49-F238E27FC236}">
                <a16:creationId xmlns:a16="http://schemas.microsoft.com/office/drawing/2014/main" id="{1177559F-1268-A33A-B634-5B22F9625FB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0175547">
            <a:off x="5386373" y="2704152"/>
            <a:ext cx="256548" cy="263335"/>
          </a:xfrm>
          <a:prstGeom prst="rect">
            <a:avLst/>
          </a:prstGeom>
        </p:spPr>
      </p:pic>
      <p:pic>
        <p:nvPicPr>
          <p:cNvPr id="48" name="B4">
            <a:extLst>
              <a:ext uri="{FF2B5EF4-FFF2-40B4-BE49-F238E27FC236}">
                <a16:creationId xmlns:a16="http://schemas.microsoft.com/office/drawing/2014/main" id="{0355F8DA-346B-C89E-1941-922E823EC03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872792">
            <a:off x="6855921" y="3681293"/>
            <a:ext cx="256548" cy="263335"/>
          </a:xfrm>
          <a:prstGeom prst="rect">
            <a:avLst/>
          </a:prstGeom>
        </p:spPr>
      </p:pic>
      <p:pic>
        <p:nvPicPr>
          <p:cNvPr id="49" name="B5">
            <a:extLst>
              <a:ext uri="{FF2B5EF4-FFF2-40B4-BE49-F238E27FC236}">
                <a16:creationId xmlns:a16="http://schemas.microsoft.com/office/drawing/2014/main" id="{3CC31627-069E-7547-2A55-49B29D1493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645316">
            <a:off x="7476387" y="2928907"/>
            <a:ext cx="256548" cy="263335"/>
          </a:xfrm>
          <a:prstGeom prst="rect">
            <a:avLst/>
          </a:prstGeom>
        </p:spPr>
      </p:pic>
      <p:pic>
        <p:nvPicPr>
          <p:cNvPr id="50" name="B6">
            <a:extLst>
              <a:ext uri="{FF2B5EF4-FFF2-40B4-BE49-F238E27FC236}">
                <a16:creationId xmlns:a16="http://schemas.microsoft.com/office/drawing/2014/main" id="{1EE64E96-E00E-299D-9B69-DC2884E876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4317742">
            <a:off x="6262473" y="2807513"/>
            <a:ext cx="263335" cy="256548"/>
          </a:xfrm>
          <a:prstGeom prst="rect">
            <a:avLst/>
          </a:prstGeom>
        </p:spPr>
      </p:pic>
      <p:pic>
        <p:nvPicPr>
          <p:cNvPr id="52" name="Drone2">
            <a:extLst>
              <a:ext uri="{FF2B5EF4-FFF2-40B4-BE49-F238E27FC236}">
                <a16:creationId xmlns:a16="http://schemas.microsoft.com/office/drawing/2014/main" id="{2686E5B2-4CB5-A433-4A49-A93A9724CD4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85" b="92644" l="9836" r="89959">
                        <a14:foregroundMark x1="73770" y1="91264" x2="52459" y2="926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3114" y="3624864"/>
            <a:ext cx="411150" cy="376193"/>
          </a:xfrm>
          <a:prstGeom prst="rect">
            <a:avLst/>
          </a:prstGeom>
        </p:spPr>
      </p:pic>
      <p:pic>
        <p:nvPicPr>
          <p:cNvPr id="53" name="Drone1">
            <a:extLst>
              <a:ext uri="{FF2B5EF4-FFF2-40B4-BE49-F238E27FC236}">
                <a16:creationId xmlns:a16="http://schemas.microsoft.com/office/drawing/2014/main" id="{007537F5-78AB-3698-7375-69680F23F67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85" b="92644" l="9836" r="89959">
                        <a14:foregroundMark x1="73770" y1="91264" x2="52459" y2="926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9501" y="3624864"/>
            <a:ext cx="411150" cy="376193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B8505E49-B91E-8E15-997D-08B57A5F385A}"/>
              </a:ext>
            </a:extLst>
          </p:cNvPr>
          <p:cNvGrpSpPr/>
          <p:nvPr/>
        </p:nvGrpSpPr>
        <p:grpSpPr>
          <a:xfrm>
            <a:off x="4208108" y="3283637"/>
            <a:ext cx="494799" cy="565999"/>
            <a:chOff x="5054259" y="2240077"/>
            <a:chExt cx="2103120" cy="2343746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139CAB0F-4C49-60C8-66FF-19FD5EA44D68}"/>
                </a:ext>
              </a:extLst>
            </p:cNvPr>
            <p:cNvSpPr/>
            <p:nvPr/>
          </p:nvSpPr>
          <p:spPr>
            <a:xfrm rot="16200000">
              <a:off x="5991053" y="2171963"/>
              <a:ext cx="229532" cy="365760"/>
            </a:xfrm>
            <a:prstGeom prst="roundRect">
              <a:avLst>
                <a:gd name="adj" fmla="val 41277"/>
              </a:avLst>
            </a:prstGeom>
            <a:solidFill>
              <a:srgbClr val="656D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2FA2890B-B864-2155-9D43-FBFC9383D860}"/>
                </a:ext>
              </a:extLst>
            </p:cNvPr>
            <p:cNvSpPr/>
            <p:nvPr/>
          </p:nvSpPr>
          <p:spPr>
            <a:xfrm rot="16200000">
              <a:off x="5991053" y="4286177"/>
              <a:ext cx="229532" cy="365760"/>
            </a:xfrm>
            <a:prstGeom prst="roundRect">
              <a:avLst>
                <a:gd name="adj" fmla="val 41277"/>
              </a:avLst>
            </a:prstGeom>
            <a:solidFill>
              <a:srgbClr val="656D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9B8F420-9964-7986-D70F-BCE9743C9273}"/>
                </a:ext>
              </a:extLst>
            </p:cNvPr>
            <p:cNvGrpSpPr/>
            <p:nvPr/>
          </p:nvGrpSpPr>
          <p:grpSpPr>
            <a:xfrm>
              <a:off x="5054259" y="2360390"/>
              <a:ext cx="2103120" cy="2103120"/>
              <a:chOff x="5044440" y="2377440"/>
              <a:chExt cx="2103120" cy="2103120"/>
            </a:xfrm>
          </p:grpSpPr>
          <p:sp>
            <p:nvSpPr>
              <p:cNvPr id="80" name="Oval 15">
                <a:extLst>
                  <a:ext uri="{FF2B5EF4-FFF2-40B4-BE49-F238E27FC236}">
                    <a16:creationId xmlns:a16="http://schemas.microsoft.com/office/drawing/2014/main" id="{4FF33738-B45C-70DA-677A-14BB4934D4CA}"/>
                  </a:ext>
                </a:extLst>
              </p:cNvPr>
              <p:cNvSpPr/>
              <p:nvPr/>
            </p:nvSpPr>
            <p:spPr>
              <a:xfrm>
                <a:off x="5044440" y="2377440"/>
                <a:ext cx="2103120" cy="2103120"/>
              </a:xfrm>
              <a:prstGeom prst="roundRect">
                <a:avLst>
                  <a:gd name="adj" fmla="val 9830"/>
                </a:avLst>
              </a:prstGeom>
              <a:solidFill>
                <a:srgbClr val="ED5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Oval 16">
                <a:extLst>
                  <a:ext uri="{FF2B5EF4-FFF2-40B4-BE49-F238E27FC236}">
                    <a16:creationId xmlns:a16="http://schemas.microsoft.com/office/drawing/2014/main" id="{10F1A6B5-6A1F-2CE6-DFF0-66B31E1DB855}"/>
                  </a:ext>
                </a:extLst>
              </p:cNvPr>
              <p:cNvSpPr/>
              <p:nvPr/>
            </p:nvSpPr>
            <p:spPr>
              <a:xfrm>
                <a:off x="5181600" y="2514600"/>
                <a:ext cx="1828800" cy="1828800"/>
              </a:xfrm>
              <a:prstGeom prst="roundRect">
                <a:avLst>
                  <a:gd name="adj" fmla="val 912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FB8E81CD-D1E0-BB40-FFAF-466F78BF8B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068" y="2779797"/>
                <a:ext cx="1551019" cy="1551018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595173B-AA5F-D8CE-981E-72FCE02426B3}"/>
              </a:ext>
            </a:extLst>
          </p:cNvPr>
          <p:cNvGrpSpPr/>
          <p:nvPr/>
        </p:nvGrpSpPr>
        <p:grpSpPr>
          <a:xfrm>
            <a:off x="6415161" y="4385735"/>
            <a:ext cx="494799" cy="565999"/>
            <a:chOff x="5054259" y="2240077"/>
            <a:chExt cx="2103120" cy="2343746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4865FF2-9E46-F032-0F1B-7771DC15059A}"/>
                </a:ext>
              </a:extLst>
            </p:cNvPr>
            <p:cNvSpPr/>
            <p:nvPr/>
          </p:nvSpPr>
          <p:spPr>
            <a:xfrm rot="16200000">
              <a:off x="5991053" y="2171963"/>
              <a:ext cx="229532" cy="365760"/>
            </a:xfrm>
            <a:prstGeom prst="roundRect">
              <a:avLst>
                <a:gd name="adj" fmla="val 41277"/>
              </a:avLst>
            </a:prstGeom>
            <a:solidFill>
              <a:srgbClr val="656D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84462430-9BD5-73D5-AF4C-95BEA320833F}"/>
                </a:ext>
              </a:extLst>
            </p:cNvPr>
            <p:cNvSpPr/>
            <p:nvPr/>
          </p:nvSpPr>
          <p:spPr>
            <a:xfrm rot="16200000">
              <a:off x="5991053" y="4286177"/>
              <a:ext cx="229532" cy="365760"/>
            </a:xfrm>
            <a:prstGeom prst="roundRect">
              <a:avLst>
                <a:gd name="adj" fmla="val 41277"/>
              </a:avLst>
            </a:prstGeom>
            <a:solidFill>
              <a:srgbClr val="656D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52C0B2B1-AE2E-C53B-D7F6-18228924EDDE}"/>
                </a:ext>
              </a:extLst>
            </p:cNvPr>
            <p:cNvGrpSpPr/>
            <p:nvPr/>
          </p:nvGrpSpPr>
          <p:grpSpPr>
            <a:xfrm>
              <a:off x="5054259" y="2360390"/>
              <a:ext cx="2103120" cy="2103120"/>
              <a:chOff x="5044440" y="2377440"/>
              <a:chExt cx="2103120" cy="2103120"/>
            </a:xfrm>
          </p:grpSpPr>
          <p:sp>
            <p:nvSpPr>
              <p:cNvPr id="74" name="Oval 15">
                <a:extLst>
                  <a:ext uri="{FF2B5EF4-FFF2-40B4-BE49-F238E27FC236}">
                    <a16:creationId xmlns:a16="http://schemas.microsoft.com/office/drawing/2014/main" id="{698647BE-743F-E418-9FF2-EDC782BA785B}"/>
                  </a:ext>
                </a:extLst>
              </p:cNvPr>
              <p:cNvSpPr/>
              <p:nvPr/>
            </p:nvSpPr>
            <p:spPr>
              <a:xfrm>
                <a:off x="5044440" y="2377440"/>
                <a:ext cx="2103120" cy="2103120"/>
              </a:xfrm>
              <a:prstGeom prst="roundRect">
                <a:avLst>
                  <a:gd name="adj" fmla="val 9830"/>
                </a:avLst>
              </a:prstGeom>
              <a:solidFill>
                <a:srgbClr val="ED55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Oval 16">
                <a:extLst>
                  <a:ext uri="{FF2B5EF4-FFF2-40B4-BE49-F238E27FC236}">
                    <a16:creationId xmlns:a16="http://schemas.microsoft.com/office/drawing/2014/main" id="{2ECA7A1E-19B1-D907-FB5E-F41B595C3D19}"/>
                  </a:ext>
                </a:extLst>
              </p:cNvPr>
              <p:cNvSpPr/>
              <p:nvPr/>
            </p:nvSpPr>
            <p:spPr>
              <a:xfrm>
                <a:off x="5181600" y="2514600"/>
                <a:ext cx="1828800" cy="1828800"/>
              </a:xfrm>
              <a:prstGeom prst="roundRect">
                <a:avLst>
                  <a:gd name="adj" fmla="val 912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A4F486AF-AC76-EF4D-C0A7-E19E62E3A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20492" y="2653492"/>
                <a:ext cx="1551017" cy="1551017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567C67-A004-07A0-0A37-A20BCB0C003B}"/>
              </a:ext>
            </a:extLst>
          </p:cNvPr>
          <p:cNvGrpSpPr/>
          <p:nvPr/>
        </p:nvGrpSpPr>
        <p:grpSpPr>
          <a:xfrm>
            <a:off x="8793098" y="4165097"/>
            <a:ext cx="2455037" cy="1709536"/>
            <a:chOff x="5328967" y="554206"/>
            <a:chExt cx="3062628" cy="207765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B584E9-419B-2672-638F-8584FAAEF2F9}"/>
                </a:ext>
              </a:extLst>
            </p:cNvPr>
            <p:cNvGrpSpPr/>
            <p:nvPr/>
          </p:nvGrpSpPr>
          <p:grpSpPr>
            <a:xfrm>
              <a:off x="5328967" y="554206"/>
              <a:ext cx="1825198" cy="470779"/>
              <a:chOff x="5328967" y="554206"/>
              <a:chExt cx="1825198" cy="47077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DC653B9-D8D0-8C74-AD9B-B22BAC6F40C0}"/>
                  </a:ext>
                </a:extLst>
              </p:cNvPr>
              <p:cNvGrpSpPr/>
              <p:nvPr/>
            </p:nvGrpSpPr>
            <p:grpSpPr>
              <a:xfrm>
                <a:off x="5328967" y="554206"/>
                <a:ext cx="1052930" cy="457200"/>
                <a:chOff x="5328967" y="549392"/>
                <a:chExt cx="1052930" cy="457200"/>
              </a:xfrm>
            </p:grpSpPr>
            <p:pic>
              <p:nvPicPr>
                <p:cNvPr id="32" name="Drone1">
                  <a:extLst>
                    <a:ext uri="{FF2B5EF4-FFF2-40B4-BE49-F238E27FC236}">
                      <a16:creationId xmlns:a16="http://schemas.microsoft.com/office/drawing/2014/main" id="{C13F1854-5275-5029-35D9-31230ED6B8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885" b="92644" l="9836" r="89959">
                              <a14:foregroundMark x1="73770" y1="91264" x2="52459" y2="9264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28967" y="549392"/>
                  <a:ext cx="512905" cy="457200"/>
                </a:xfrm>
                <a:prstGeom prst="rect">
                  <a:avLst/>
                </a:prstGeom>
              </p:spPr>
            </p:pic>
            <p:pic>
              <p:nvPicPr>
                <p:cNvPr id="33" name="Drone2">
                  <a:extLst>
                    <a:ext uri="{FF2B5EF4-FFF2-40B4-BE49-F238E27FC236}">
                      <a16:creationId xmlns:a16="http://schemas.microsoft.com/office/drawing/2014/main" id="{C73941D8-0B5C-ED81-96DA-443E84D6C3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9885" b="92644" l="9836" r="89959">
                              <a14:foregroundMark x1="73770" y1="91264" x2="52459" y2="9264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68992" y="549392"/>
                  <a:ext cx="512905" cy="457200"/>
                </a:xfrm>
                <a:prstGeom prst="rect">
                  <a:avLst/>
                </a:prstGeom>
              </p:spPr>
            </p:pic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A0FC49-AB6F-70B9-B91B-7EC5FC9CCFAD}"/>
                  </a:ext>
                </a:extLst>
              </p:cNvPr>
              <p:cNvSpPr txBox="1"/>
              <p:nvPr/>
            </p:nvSpPr>
            <p:spPr>
              <a:xfrm>
                <a:off x="6376591" y="613529"/>
                <a:ext cx="777574" cy="411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UAVs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B53E98A-0384-03C7-D221-89A034AC6C5D}"/>
                </a:ext>
              </a:extLst>
            </p:cNvPr>
            <p:cNvGrpSpPr/>
            <p:nvPr/>
          </p:nvGrpSpPr>
          <p:grpSpPr>
            <a:xfrm>
              <a:off x="5425399" y="1169939"/>
              <a:ext cx="2612244" cy="411456"/>
              <a:chOff x="5425399" y="1139661"/>
              <a:chExt cx="2612244" cy="411456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A9CE404-ABC9-C92A-495F-3CADF72A5591}"/>
                  </a:ext>
                </a:extLst>
              </p:cNvPr>
              <p:cNvGrpSpPr/>
              <p:nvPr/>
            </p:nvGrpSpPr>
            <p:grpSpPr>
              <a:xfrm>
                <a:off x="5425399" y="1148918"/>
                <a:ext cx="860065" cy="320040"/>
                <a:chOff x="5425399" y="1188323"/>
                <a:chExt cx="860065" cy="320040"/>
              </a:xfrm>
            </p:grpSpPr>
            <p:pic>
              <p:nvPicPr>
                <p:cNvPr id="28" name="A6">
                  <a:extLst>
                    <a:ext uri="{FF2B5EF4-FFF2-40B4-BE49-F238E27FC236}">
                      <a16:creationId xmlns:a16="http://schemas.microsoft.com/office/drawing/2014/main" id="{0011418F-199E-626C-72A5-2406324085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20175547">
                  <a:off x="5425399" y="1188323"/>
                  <a:ext cx="320040" cy="320040"/>
                </a:xfrm>
                <a:prstGeom prst="rect">
                  <a:avLst/>
                </a:prstGeom>
              </p:spPr>
            </p:pic>
            <p:pic>
              <p:nvPicPr>
                <p:cNvPr id="29" name="B6">
                  <a:extLst>
                    <a:ext uri="{FF2B5EF4-FFF2-40B4-BE49-F238E27FC236}">
                      <a16:creationId xmlns:a16="http://schemas.microsoft.com/office/drawing/2014/main" id="{FEA6A023-3AEE-11E6-657D-7FD23E55BA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4317742">
                  <a:off x="5965424" y="1188323"/>
                  <a:ext cx="320040" cy="320040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ECAA040-9127-B4F7-11E8-65C108CFF62E}"/>
                  </a:ext>
                </a:extLst>
              </p:cNvPr>
              <p:cNvSpPr txBox="1"/>
              <p:nvPr/>
            </p:nvSpPr>
            <p:spPr>
              <a:xfrm>
                <a:off x="6376591" y="1139661"/>
                <a:ext cx="1661052" cy="411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Visited nodes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881BE83-5482-DD5B-1F4D-48CD803BE0C8}"/>
                </a:ext>
              </a:extLst>
            </p:cNvPr>
            <p:cNvGrpSpPr/>
            <p:nvPr/>
          </p:nvGrpSpPr>
          <p:grpSpPr>
            <a:xfrm>
              <a:off x="5965424" y="1667026"/>
              <a:ext cx="2426171" cy="411456"/>
              <a:chOff x="5965424" y="1657266"/>
              <a:chExt cx="2426171" cy="41145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36D5EF6F-7350-FC23-4F76-F46BA3E0E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5424" y="1666523"/>
                <a:ext cx="320040" cy="32004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A8701A-4490-1811-A822-C1DC3415005B}"/>
                  </a:ext>
                </a:extLst>
              </p:cNvPr>
              <p:cNvSpPr txBox="1"/>
              <p:nvPr/>
            </p:nvSpPr>
            <p:spPr>
              <a:xfrm>
                <a:off x="6376591" y="1657266"/>
                <a:ext cx="2015004" cy="411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Un-visited nodes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F073FB2-5802-728E-6043-3C498A8B3262}"/>
                </a:ext>
              </a:extLst>
            </p:cNvPr>
            <p:cNvGrpSpPr/>
            <p:nvPr/>
          </p:nvGrpSpPr>
          <p:grpSpPr>
            <a:xfrm>
              <a:off x="5794222" y="2164112"/>
              <a:ext cx="1878992" cy="467750"/>
              <a:chOff x="5794222" y="2164112"/>
              <a:chExt cx="1878992" cy="46775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EE924D-4054-B701-6D75-A9815C08B8E5}"/>
                  </a:ext>
                </a:extLst>
              </p:cNvPr>
              <p:cNvSpPr txBox="1"/>
              <p:nvPr/>
            </p:nvSpPr>
            <p:spPr>
              <a:xfrm>
                <a:off x="6376592" y="2220406"/>
                <a:ext cx="1296622" cy="411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UAV tours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650E243A-6A0C-4AB8-D366-23EC2AB87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94222" y="2164112"/>
                <a:ext cx="603556" cy="451143"/>
              </a:xfrm>
              <a:prstGeom prst="rect">
                <a:avLst/>
              </a:prstGeom>
            </p:spPr>
          </p:pic>
        </p:grp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FC2335C-CFDC-04E7-A3E5-8408E46C5143}"/>
              </a:ext>
            </a:extLst>
          </p:cNvPr>
          <p:cNvGrpSpPr/>
          <p:nvPr/>
        </p:nvGrpSpPr>
        <p:grpSpPr>
          <a:xfrm>
            <a:off x="3640154" y="3624864"/>
            <a:ext cx="1890497" cy="1730096"/>
            <a:chOff x="3640154" y="3624864"/>
            <a:chExt cx="1890497" cy="1730096"/>
          </a:xfrm>
        </p:grpSpPr>
        <p:pic>
          <p:nvPicPr>
            <p:cNvPr id="159" name="A1">
              <a:extLst>
                <a:ext uri="{FF2B5EF4-FFF2-40B4-BE49-F238E27FC236}">
                  <a16:creationId xmlns:a16="http://schemas.microsoft.com/office/drawing/2014/main" id="{CBD29E41-EDF7-092B-555E-16B181F69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7862475">
              <a:off x="4573439" y="4331532"/>
              <a:ext cx="263335" cy="256548"/>
            </a:xfrm>
            <a:prstGeom prst="rect">
              <a:avLst/>
            </a:prstGeom>
          </p:spPr>
        </p:pic>
        <p:pic>
          <p:nvPicPr>
            <p:cNvPr id="160" name="A2">
              <a:extLst>
                <a:ext uri="{FF2B5EF4-FFF2-40B4-BE49-F238E27FC236}">
                  <a16:creationId xmlns:a16="http://schemas.microsoft.com/office/drawing/2014/main" id="{01D198B0-4FF2-6C09-4B4E-222E471E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7770" y="5091625"/>
              <a:ext cx="256548" cy="263335"/>
            </a:xfrm>
            <a:prstGeom prst="rect">
              <a:avLst/>
            </a:prstGeom>
          </p:spPr>
        </p:pic>
        <p:pic>
          <p:nvPicPr>
            <p:cNvPr id="161" name="A3">
              <a:extLst>
                <a:ext uri="{FF2B5EF4-FFF2-40B4-BE49-F238E27FC236}">
                  <a16:creationId xmlns:a16="http://schemas.microsoft.com/office/drawing/2014/main" id="{1A36F7D7-E448-A2C5-CAA2-2D284498A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0154" y="4373808"/>
              <a:ext cx="256548" cy="263335"/>
            </a:xfrm>
            <a:prstGeom prst="rect">
              <a:avLst/>
            </a:prstGeom>
          </p:spPr>
        </p:pic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7EC09871-5419-627B-528B-E6A817BC1FDE}"/>
                </a:ext>
              </a:extLst>
            </p:cNvPr>
            <p:cNvCxnSpPr>
              <a:cxnSpLocks/>
              <a:endCxn id="159" idx="1"/>
            </p:cNvCxnSpPr>
            <p:nvPr/>
          </p:nvCxnSpPr>
          <p:spPr>
            <a:xfrm flipH="1">
              <a:off x="4789331" y="3944526"/>
              <a:ext cx="516473" cy="415971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3" name="Drone1">
              <a:extLst>
                <a:ext uri="{FF2B5EF4-FFF2-40B4-BE49-F238E27FC236}">
                  <a16:creationId xmlns:a16="http://schemas.microsoft.com/office/drawing/2014/main" id="{ED903FEC-EDAF-9CE7-F3A0-4B93C2B01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85" b="92644" l="9836" r="89959">
                          <a14:foregroundMark x1="73770" y1="91264" x2="52459" y2="9264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119501" y="3624864"/>
              <a:ext cx="411150" cy="376193"/>
            </a:xfrm>
            <a:prstGeom prst="rect">
              <a:avLst/>
            </a:prstGeom>
          </p:spPr>
        </p:pic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2F96B6EA-7D8A-937C-5E99-F5D9A97ED8FC}"/>
                </a:ext>
              </a:extLst>
            </p:cNvPr>
            <p:cNvCxnSpPr>
              <a:cxnSpLocks/>
              <a:stCxn id="159" idx="3"/>
              <a:endCxn id="160" idx="0"/>
            </p:cNvCxnSpPr>
            <p:nvPr/>
          </p:nvCxnSpPr>
          <p:spPr>
            <a:xfrm flipH="1">
              <a:off x="4176044" y="4559114"/>
              <a:ext cx="444837" cy="532511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1A242C7C-76EC-5C79-250D-49AD92491770}"/>
                </a:ext>
              </a:extLst>
            </p:cNvPr>
            <p:cNvCxnSpPr>
              <a:cxnSpLocks/>
              <a:stCxn id="160" idx="0"/>
              <a:endCxn id="161" idx="2"/>
            </p:cNvCxnSpPr>
            <p:nvPr/>
          </p:nvCxnSpPr>
          <p:spPr>
            <a:xfrm flipH="1" flipV="1">
              <a:off x="3768427" y="4637144"/>
              <a:ext cx="407617" cy="454481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678346FC-29C9-7F91-D69A-9A6C58BA72E6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3768427" y="3849636"/>
              <a:ext cx="687082" cy="524172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3CCF472-5A95-9FA8-6573-BFEA7BE3FE4E}"/>
              </a:ext>
            </a:extLst>
          </p:cNvPr>
          <p:cNvGrpSpPr/>
          <p:nvPr/>
        </p:nvGrpSpPr>
        <p:grpSpPr>
          <a:xfrm>
            <a:off x="3608130" y="1850969"/>
            <a:ext cx="2099874" cy="1491649"/>
            <a:chOff x="3608130" y="1850969"/>
            <a:chExt cx="2099874" cy="1491649"/>
          </a:xfrm>
        </p:grpSpPr>
        <p:pic>
          <p:nvPicPr>
            <p:cNvPr id="168" name="A4">
              <a:extLst>
                <a:ext uri="{FF2B5EF4-FFF2-40B4-BE49-F238E27FC236}">
                  <a16:creationId xmlns:a16="http://schemas.microsoft.com/office/drawing/2014/main" id="{6B365107-062E-8E1A-1087-E121C5F10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894645">
              <a:off x="3604736" y="2744204"/>
              <a:ext cx="263335" cy="256548"/>
            </a:xfrm>
            <a:prstGeom prst="rect">
              <a:avLst/>
            </a:prstGeom>
          </p:spPr>
        </p:pic>
        <p:pic>
          <p:nvPicPr>
            <p:cNvPr id="169" name="A5">
              <a:extLst>
                <a:ext uri="{FF2B5EF4-FFF2-40B4-BE49-F238E27FC236}">
                  <a16:creationId xmlns:a16="http://schemas.microsoft.com/office/drawing/2014/main" id="{54642AAB-CD24-67BF-01EB-83EF204E2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118748">
              <a:off x="5028385" y="1850969"/>
              <a:ext cx="256548" cy="263335"/>
            </a:xfrm>
            <a:prstGeom prst="rect">
              <a:avLst/>
            </a:prstGeom>
          </p:spPr>
        </p:pic>
        <p:pic>
          <p:nvPicPr>
            <p:cNvPr id="170" name="A6">
              <a:extLst>
                <a:ext uri="{FF2B5EF4-FFF2-40B4-BE49-F238E27FC236}">
                  <a16:creationId xmlns:a16="http://schemas.microsoft.com/office/drawing/2014/main" id="{A4E84F70-7C08-CA9F-5E7A-39636BCB4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175547">
              <a:off x="5386373" y="2704152"/>
              <a:ext cx="256548" cy="263335"/>
            </a:xfrm>
            <a:prstGeom prst="rect">
              <a:avLst/>
            </a:prstGeom>
          </p:spPr>
        </p:pic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99C5BADB-A47A-DD2A-CFDF-D78A6E02CCFB}"/>
                </a:ext>
              </a:extLst>
            </p:cNvPr>
            <p:cNvCxnSpPr>
              <a:cxnSpLocks/>
              <a:endCxn id="168" idx="3"/>
            </p:cNvCxnSpPr>
            <p:nvPr/>
          </p:nvCxnSpPr>
          <p:spPr>
            <a:xfrm flipH="1" flipV="1">
              <a:off x="3790796" y="2991723"/>
              <a:ext cx="664714" cy="291915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84063A01-50FC-2E0E-7EAE-40480BA9DCA2}"/>
                </a:ext>
              </a:extLst>
            </p:cNvPr>
            <p:cNvCxnSpPr>
              <a:cxnSpLocks/>
              <a:stCxn id="168" idx="0"/>
              <a:endCxn id="169" idx="1"/>
            </p:cNvCxnSpPr>
            <p:nvPr/>
          </p:nvCxnSpPr>
          <p:spPr>
            <a:xfrm flipV="1">
              <a:off x="3852575" y="2037629"/>
              <a:ext cx="1187534" cy="779018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CA8B1424-AAEE-01F4-0ACB-FC761FD3C630}"/>
                </a:ext>
              </a:extLst>
            </p:cNvPr>
            <p:cNvCxnSpPr>
              <a:cxnSpLocks/>
              <a:stCxn id="169" idx="2"/>
              <a:endCxn id="170" idx="0"/>
            </p:cNvCxnSpPr>
            <p:nvPr/>
          </p:nvCxnSpPr>
          <p:spPr>
            <a:xfrm>
              <a:off x="5210234" y="2102269"/>
              <a:ext cx="252770" cy="613025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D84CCDCF-4090-CFE9-EC16-82200848276B}"/>
                </a:ext>
              </a:extLst>
            </p:cNvPr>
            <p:cNvCxnSpPr>
              <a:cxnSpLocks/>
              <a:stCxn id="170" idx="2"/>
            </p:cNvCxnSpPr>
            <p:nvPr/>
          </p:nvCxnSpPr>
          <p:spPr>
            <a:xfrm>
              <a:off x="5566290" y="2956345"/>
              <a:ext cx="141714" cy="386273"/>
            </a:xfrm>
            <a:prstGeom prst="straightConnector1">
              <a:avLst/>
            </a:prstGeom>
            <a:ln w="28575">
              <a:solidFill>
                <a:srgbClr val="A4E2FE"/>
              </a:solidFill>
              <a:tailEnd type="triangle"/>
            </a:ln>
            <a:effectLst>
              <a:glow rad="25400">
                <a:srgbClr val="002060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F4A08E7-719C-EBD0-BA0D-57AE97F417B2}"/>
              </a:ext>
            </a:extLst>
          </p:cNvPr>
          <p:cNvGrpSpPr/>
          <p:nvPr/>
        </p:nvGrpSpPr>
        <p:grpSpPr>
          <a:xfrm>
            <a:off x="5320039" y="2804119"/>
            <a:ext cx="2412896" cy="2927034"/>
            <a:chOff x="5320039" y="2804119"/>
            <a:chExt cx="2412896" cy="2927034"/>
          </a:xfrm>
        </p:grpSpPr>
        <p:pic>
          <p:nvPicPr>
            <p:cNvPr id="176" name="B1">
              <a:extLst>
                <a:ext uri="{FF2B5EF4-FFF2-40B4-BE49-F238E27FC236}">
                  <a16:creationId xmlns:a16="http://schemas.microsoft.com/office/drawing/2014/main" id="{9F451423-2F5C-961D-86FC-6B32F2B02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0039" y="5467818"/>
              <a:ext cx="256548" cy="263335"/>
            </a:xfrm>
            <a:prstGeom prst="rect">
              <a:avLst/>
            </a:prstGeom>
          </p:spPr>
        </p:pic>
        <p:pic>
          <p:nvPicPr>
            <p:cNvPr id="177" name="B2">
              <a:extLst>
                <a:ext uri="{FF2B5EF4-FFF2-40B4-BE49-F238E27FC236}">
                  <a16:creationId xmlns:a16="http://schemas.microsoft.com/office/drawing/2014/main" id="{09338F01-449D-E1C4-0BC1-B20BA6ABA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756185">
              <a:off x="5637147" y="4773340"/>
              <a:ext cx="256548" cy="263335"/>
            </a:xfrm>
            <a:prstGeom prst="rect">
              <a:avLst/>
            </a:prstGeom>
          </p:spPr>
        </p:pic>
        <p:pic>
          <p:nvPicPr>
            <p:cNvPr id="178" name="B3">
              <a:extLst>
                <a:ext uri="{FF2B5EF4-FFF2-40B4-BE49-F238E27FC236}">
                  <a16:creationId xmlns:a16="http://schemas.microsoft.com/office/drawing/2014/main" id="{EB483218-24D1-FDD1-CD06-3B1D166F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7699180">
              <a:off x="7156982" y="5210993"/>
              <a:ext cx="263335" cy="256548"/>
            </a:xfrm>
            <a:prstGeom prst="rect">
              <a:avLst/>
            </a:prstGeom>
          </p:spPr>
        </p:pic>
        <p:pic>
          <p:nvPicPr>
            <p:cNvPr id="179" name="B4">
              <a:extLst>
                <a:ext uri="{FF2B5EF4-FFF2-40B4-BE49-F238E27FC236}">
                  <a16:creationId xmlns:a16="http://schemas.microsoft.com/office/drawing/2014/main" id="{1B55A46A-6AF3-C4C9-4F60-818CE9B58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872792">
              <a:off x="6855921" y="3681293"/>
              <a:ext cx="256548" cy="263335"/>
            </a:xfrm>
            <a:prstGeom prst="rect">
              <a:avLst/>
            </a:prstGeom>
          </p:spPr>
        </p:pic>
        <p:pic>
          <p:nvPicPr>
            <p:cNvPr id="180" name="B5">
              <a:extLst>
                <a:ext uri="{FF2B5EF4-FFF2-40B4-BE49-F238E27FC236}">
                  <a16:creationId xmlns:a16="http://schemas.microsoft.com/office/drawing/2014/main" id="{FC562DF6-1181-7CAE-7DA5-51A9A104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645316">
              <a:off x="7476387" y="2928907"/>
              <a:ext cx="256548" cy="263335"/>
            </a:xfrm>
            <a:prstGeom prst="rect">
              <a:avLst/>
            </a:prstGeom>
          </p:spPr>
        </p:pic>
        <p:pic>
          <p:nvPicPr>
            <p:cNvPr id="181" name="B6">
              <a:extLst>
                <a:ext uri="{FF2B5EF4-FFF2-40B4-BE49-F238E27FC236}">
                  <a16:creationId xmlns:a16="http://schemas.microsoft.com/office/drawing/2014/main" id="{8A09B256-90A0-9242-B62B-F98A2884C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4317742">
              <a:off x="6262473" y="2807513"/>
              <a:ext cx="263335" cy="256548"/>
            </a:xfrm>
            <a:prstGeom prst="rect">
              <a:avLst/>
            </a:prstGeom>
          </p:spPr>
        </p:pic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81AC3D03-F2E1-8BC9-F897-B9A9A557B7F0}"/>
                </a:ext>
              </a:extLst>
            </p:cNvPr>
            <p:cNvCxnSpPr>
              <a:cxnSpLocks/>
              <a:stCxn id="181" idx="2"/>
            </p:cNvCxnSpPr>
            <p:nvPr/>
          </p:nvCxnSpPr>
          <p:spPr>
            <a:xfrm flipH="1">
              <a:off x="5756722" y="2976557"/>
              <a:ext cx="515449" cy="366060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847AAF25-BA0C-6A3F-A27C-836A70237B2F}"/>
                </a:ext>
              </a:extLst>
            </p:cNvPr>
            <p:cNvCxnSpPr>
              <a:cxnSpLocks/>
              <a:stCxn id="180" idx="1"/>
              <a:endCxn id="181" idx="0"/>
            </p:cNvCxnSpPr>
            <p:nvPr/>
          </p:nvCxnSpPr>
          <p:spPr>
            <a:xfrm flipH="1" flipV="1">
              <a:off x="6516110" y="2895017"/>
              <a:ext cx="962530" cy="140986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9E95CBBA-753C-818B-D693-D7D22DCF2344}"/>
                </a:ext>
              </a:extLst>
            </p:cNvPr>
            <p:cNvCxnSpPr>
              <a:cxnSpLocks/>
              <a:stCxn id="179" idx="0"/>
              <a:endCxn id="180" idx="2"/>
            </p:cNvCxnSpPr>
            <p:nvPr/>
          </p:nvCxnSpPr>
          <p:spPr>
            <a:xfrm flipV="1">
              <a:off x="7050670" y="3189929"/>
              <a:ext cx="530053" cy="510424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718D3D86-EAA5-DEF0-1EB8-690E68AF8488}"/>
                </a:ext>
              </a:extLst>
            </p:cNvPr>
            <p:cNvCxnSpPr>
              <a:cxnSpLocks/>
              <a:endCxn id="179" idx="2"/>
            </p:cNvCxnSpPr>
            <p:nvPr/>
          </p:nvCxnSpPr>
          <p:spPr>
            <a:xfrm flipV="1">
              <a:off x="6662561" y="3925568"/>
              <a:ext cx="255160" cy="460168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EE91C3FA-900E-9471-16DA-80812D36459D}"/>
                </a:ext>
              </a:extLst>
            </p:cNvPr>
            <p:cNvCxnSpPr>
              <a:cxnSpLocks/>
              <a:stCxn id="178" idx="0"/>
            </p:cNvCxnSpPr>
            <p:nvPr/>
          </p:nvCxnSpPr>
          <p:spPr>
            <a:xfrm flipH="1" flipV="1">
              <a:off x="6662561" y="4951734"/>
              <a:ext cx="509821" cy="331916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5AA53B61-F44C-DCC3-4101-ACCEAE32B2A3}"/>
                </a:ext>
              </a:extLst>
            </p:cNvPr>
            <p:cNvCxnSpPr>
              <a:cxnSpLocks/>
              <a:stCxn id="176" idx="3"/>
              <a:endCxn id="178" idx="1"/>
            </p:cNvCxnSpPr>
            <p:nvPr/>
          </p:nvCxnSpPr>
          <p:spPr>
            <a:xfrm flipV="1">
              <a:off x="5576587" y="5458611"/>
              <a:ext cx="1657880" cy="140874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510C03E3-D1D7-7FE3-7A18-F1191584FB5D}"/>
                </a:ext>
              </a:extLst>
            </p:cNvPr>
            <p:cNvCxnSpPr>
              <a:cxnSpLocks/>
              <a:stCxn id="177" idx="2"/>
              <a:endCxn id="176" idx="0"/>
            </p:cNvCxnSpPr>
            <p:nvPr/>
          </p:nvCxnSpPr>
          <p:spPr>
            <a:xfrm flipH="1">
              <a:off x="5448313" y="5019865"/>
              <a:ext cx="254392" cy="447953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2956882A-9EE8-5BCA-F38D-9C19E4CCB51C}"/>
                </a:ext>
              </a:extLst>
            </p:cNvPr>
            <p:cNvCxnSpPr>
              <a:cxnSpLocks/>
              <a:endCxn id="177" idx="0"/>
            </p:cNvCxnSpPr>
            <p:nvPr/>
          </p:nvCxnSpPr>
          <p:spPr>
            <a:xfrm flipH="1">
              <a:off x="5828136" y="4001057"/>
              <a:ext cx="260553" cy="789093"/>
            </a:xfrm>
            <a:prstGeom prst="straightConnector1">
              <a:avLst/>
            </a:prstGeom>
            <a:ln w="28575">
              <a:solidFill>
                <a:srgbClr val="C5FB89"/>
              </a:solidFill>
              <a:tailEnd type="triangle"/>
            </a:ln>
            <a:effectLst>
              <a:glow rad="25400">
                <a:schemeClr val="accent6">
                  <a:lumMod val="50000"/>
                  <a:alpha val="5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2" name="Picture 191" descr="A blue and purple line art of a battery with a x mark&#10;&#10;Description automatically generated">
            <a:extLst>
              <a:ext uri="{FF2B5EF4-FFF2-40B4-BE49-F238E27FC236}">
                <a16:creationId xmlns:a16="http://schemas.microsoft.com/office/drawing/2014/main" id="{D786917A-7207-9EB2-0E59-B763E2448A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55" y="3878214"/>
            <a:ext cx="1828800" cy="1828800"/>
          </a:xfrm>
          <a:prstGeom prst="rect">
            <a:avLst/>
          </a:prstGeom>
        </p:spPr>
      </p:pic>
      <p:pic>
        <p:nvPicPr>
          <p:cNvPr id="194" name="Picture 193" descr="A blue and purple line art of a check mark and a clipboard&#10;&#10;Description automatically generated">
            <a:extLst>
              <a:ext uri="{FF2B5EF4-FFF2-40B4-BE49-F238E27FC236}">
                <a16:creationId xmlns:a16="http://schemas.microsoft.com/office/drawing/2014/main" id="{6FC4BF09-68D4-BEFF-89BA-713C485FD96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497" y="1815360"/>
            <a:ext cx="1828800" cy="1828800"/>
          </a:xfrm>
          <a:prstGeom prst="rect">
            <a:avLst/>
          </a:prstGeom>
        </p:spPr>
      </p:pic>
      <p:sp>
        <p:nvSpPr>
          <p:cNvPr id="195" name="Footer Placeholder 194">
            <a:extLst>
              <a:ext uri="{FF2B5EF4-FFF2-40B4-BE49-F238E27FC236}">
                <a16:creationId xmlns:a16="http://schemas.microsoft.com/office/drawing/2014/main" id="{7D2218AF-8E8C-1E9F-ACEA-39504E20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196" name="Slide Number Placeholder 195">
            <a:extLst>
              <a:ext uri="{FF2B5EF4-FFF2-40B4-BE49-F238E27FC236}">
                <a16:creationId xmlns:a16="http://schemas.microsoft.com/office/drawing/2014/main" id="{4D861F43-51B8-6739-694E-FFB73A52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9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D78D-6C1A-9951-F916-DE0A6CF4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Approaches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F4AA5-B375-3A47-A7C5-C3A37C14E6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6" t="4138" r="2212" b="10727"/>
          <a:stretch/>
        </p:blipFill>
        <p:spPr>
          <a:xfrm>
            <a:off x="1415158" y="1099457"/>
            <a:ext cx="9550607" cy="4572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56910F2-D290-FE76-2DCA-48CC8C0B84A2}"/>
              </a:ext>
            </a:extLst>
          </p:cNvPr>
          <p:cNvGrpSpPr/>
          <p:nvPr/>
        </p:nvGrpSpPr>
        <p:grpSpPr>
          <a:xfrm>
            <a:off x="1415159" y="5756608"/>
            <a:ext cx="6850995" cy="267536"/>
            <a:chOff x="813711" y="1383278"/>
            <a:chExt cx="6850995" cy="267536"/>
          </a:xfrm>
        </p:grpSpPr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D397C7F8-9F0D-67E6-7DBD-9F7E3DEA8550}"/>
                </a:ext>
              </a:extLst>
            </p:cNvPr>
            <p:cNvSpPr/>
            <p:nvPr/>
          </p:nvSpPr>
          <p:spPr>
            <a:xfrm>
              <a:off x="813711" y="1383278"/>
              <a:ext cx="109095" cy="144426"/>
            </a:xfrm>
            <a:prstGeom prst="chevron">
              <a:avLst>
                <a:gd name="adj" fmla="val 6728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C7F764-6633-2487-6129-9F5898F85C0A}"/>
                </a:ext>
              </a:extLst>
            </p:cNvPr>
            <p:cNvSpPr/>
            <p:nvPr/>
          </p:nvSpPr>
          <p:spPr>
            <a:xfrm rot="10800000" flipV="1">
              <a:off x="1130676" y="1404593"/>
              <a:ext cx="6534030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1600" b="1" dirty="0">
                  <a:solidFill>
                    <a:srgbClr val="00ACB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          TOPTW	             </a:t>
              </a:r>
              <a:r>
                <a:rPr lang="en-US" sz="1600" b="1" dirty="0">
                  <a:solidFill>
                    <a:srgbClr val="00ACB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ebdings" panose="05030102010509060703" pitchFamily="18" charset="2"/>
                </a:rPr>
                <a:t>                                                   </a:t>
              </a:r>
              <a:endParaRPr lang="en-US" sz="1600" b="1" dirty="0">
                <a:solidFill>
                  <a:srgbClr val="00AC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A0D85-FD62-0B89-8166-C035A6A57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175" y="5671457"/>
            <a:ext cx="446542" cy="446542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2555621-B790-C919-0EBE-671D01EC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2C8BE3-6B26-1E58-099D-922F4A77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6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D676-0A34-C027-0417-0BD82E8E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C48D04-226B-901E-F284-A097D999F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Solution</a:t>
            </a:r>
            <a:br>
              <a:rPr lang="en-US" sz="4000" dirty="0"/>
            </a:br>
            <a:r>
              <a:rPr lang="en-US" sz="4000" dirty="0">
                <a:solidFill>
                  <a:srgbClr val="00ACB4"/>
                </a:solidFill>
              </a:rPr>
              <a:t>Approaches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14488C9-CE5F-CD17-6E63-F92AB6141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E9263-50C4-861C-F91D-6540DCBDD9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415" y="-129386"/>
            <a:ext cx="7383905" cy="738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5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1B5A-301C-CED0-9A6E-12B30DA5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211">
            <a:extLst>
              <a:ext uri="{FF2B5EF4-FFF2-40B4-BE49-F238E27FC236}">
                <a16:creationId xmlns:a16="http://schemas.microsoft.com/office/drawing/2014/main" id="{53C673EC-A4B9-6999-E28A-059DDC972EDA}"/>
              </a:ext>
            </a:extLst>
          </p:cNvPr>
          <p:cNvSpPr/>
          <p:nvPr/>
        </p:nvSpPr>
        <p:spPr>
          <a:xfrm>
            <a:off x="0" y="2194771"/>
            <a:ext cx="12208380" cy="3180960"/>
          </a:xfrm>
          <a:prstGeom prst="rect">
            <a:avLst/>
          </a:prstGeom>
          <a:gradFill flip="none" rotWithShape="1">
            <a:gsLst>
              <a:gs pos="0">
                <a:srgbClr val="00ACB4">
                  <a:lumMod val="5000"/>
                  <a:lumOff val="95000"/>
                </a:srgbClr>
              </a:gs>
              <a:gs pos="85000">
                <a:srgbClr val="E4D9C9">
                  <a:alpha val="30000"/>
                  <a:lumMod val="20000"/>
                  <a:lumOff val="80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5809278-A06F-BFCC-F54A-3DABA6425187}"/>
              </a:ext>
            </a:extLst>
          </p:cNvPr>
          <p:cNvGrpSpPr/>
          <p:nvPr/>
        </p:nvGrpSpPr>
        <p:grpSpPr>
          <a:xfrm>
            <a:off x="4870116" y="2668016"/>
            <a:ext cx="2451768" cy="2183253"/>
            <a:chOff x="766939" y="1433714"/>
            <a:chExt cx="2451768" cy="2183253"/>
          </a:xfrm>
        </p:grpSpPr>
        <p:sp>
          <p:nvSpPr>
            <p:cNvPr id="198" name="Rectangle 1028">
              <a:extLst>
                <a:ext uri="{FF2B5EF4-FFF2-40B4-BE49-F238E27FC236}">
                  <a16:creationId xmlns:a16="http://schemas.microsoft.com/office/drawing/2014/main" id="{CFC9BE79-125E-5B5A-E62B-7183A120DBAB}"/>
                </a:ext>
              </a:extLst>
            </p:cNvPr>
            <p:cNvSpPr/>
            <p:nvPr/>
          </p:nvSpPr>
          <p:spPr>
            <a:xfrm>
              <a:off x="766940" y="1484931"/>
              <a:ext cx="2451767" cy="2132036"/>
            </a:xfrm>
            <a:prstGeom prst="roundRect">
              <a:avLst>
                <a:gd name="adj" fmla="val 5765"/>
              </a:avLst>
            </a:prstGeom>
            <a:gradFill flip="none" rotWithShape="1">
              <a:gsLst>
                <a:gs pos="0">
                  <a:srgbClr val="00ACB4">
                    <a:alpha val="30000"/>
                  </a:srgbClr>
                </a:gs>
                <a:gs pos="100000">
                  <a:srgbClr val="2A2A2C">
                    <a:alpha val="3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4BCC3691-8F9A-C404-70FF-86BD0EC288BA}"/>
                </a:ext>
              </a:extLst>
            </p:cNvPr>
            <p:cNvSpPr/>
            <p:nvPr/>
          </p:nvSpPr>
          <p:spPr>
            <a:xfrm>
              <a:off x="766939" y="1433714"/>
              <a:ext cx="2451768" cy="34018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CB4"/>
                </a:gs>
                <a:gs pos="100000">
                  <a:srgbClr val="2A2A2C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Min Travel Distance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A9E3C43-2F02-2BF7-EAAC-33A41712B9ED}"/>
              </a:ext>
            </a:extLst>
          </p:cNvPr>
          <p:cNvGrpSpPr/>
          <p:nvPr/>
        </p:nvGrpSpPr>
        <p:grpSpPr>
          <a:xfrm>
            <a:off x="8113857" y="2668016"/>
            <a:ext cx="2451767" cy="2183253"/>
            <a:chOff x="766940" y="1433714"/>
            <a:chExt cx="2451767" cy="2183253"/>
          </a:xfrm>
        </p:grpSpPr>
        <p:sp>
          <p:nvSpPr>
            <p:cNvPr id="202" name="Rectangle 1028">
              <a:extLst>
                <a:ext uri="{FF2B5EF4-FFF2-40B4-BE49-F238E27FC236}">
                  <a16:creationId xmlns:a16="http://schemas.microsoft.com/office/drawing/2014/main" id="{E649D1C1-2163-DF50-7087-53AFAFF7EC07}"/>
                </a:ext>
              </a:extLst>
            </p:cNvPr>
            <p:cNvSpPr/>
            <p:nvPr/>
          </p:nvSpPr>
          <p:spPr>
            <a:xfrm>
              <a:off x="766940" y="1484931"/>
              <a:ext cx="2451767" cy="2132036"/>
            </a:xfrm>
            <a:prstGeom prst="roundRect">
              <a:avLst>
                <a:gd name="adj" fmla="val 5765"/>
              </a:avLst>
            </a:prstGeom>
            <a:gradFill flip="none" rotWithShape="1">
              <a:gsLst>
                <a:gs pos="0">
                  <a:srgbClr val="00ACB4">
                    <a:alpha val="30000"/>
                  </a:srgbClr>
                </a:gs>
                <a:gs pos="100000">
                  <a:srgbClr val="2A2A2C">
                    <a:alpha val="3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C490ED7B-9017-34EA-BE1F-1B54670B57A6}"/>
                </a:ext>
              </a:extLst>
            </p:cNvPr>
            <p:cNvSpPr/>
            <p:nvPr/>
          </p:nvSpPr>
          <p:spPr>
            <a:xfrm>
              <a:off x="766940" y="1433714"/>
              <a:ext cx="2451767" cy="34018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CB4"/>
                </a:gs>
                <a:gs pos="100000">
                  <a:srgbClr val="2A2A2C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Max Reliability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E334D1-069E-E751-319A-A9A458C4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D98579-F089-7DA9-AA4D-FAA155269D68}"/>
              </a:ext>
            </a:extLst>
          </p:cNvPr>
          <p:cNvGrpSpPr/>
          <p:nvPr/>
        </p:nvGrpSpPr>
        <p:grpSpPr>
          <a:xfrm>
            <a:off x="721452" y="1298127"/>
            <a:ext cx="6919903" cy="307777"/>
            <a:chOff x="721452" y="1298127"/>
            <a:chExt cx="6919903" cy="3077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3C96C3C-215C-40D3-8A35-84A02671B197}"/>
                </a:ext>
              </a:extLst>
            </p:cNvPr>
            <p:cNvGrpSpPr/>
            <p:nvPr/>
          </p:nvGrpSpPr>
          <p:grpSpPr>
            <a:xfrm>
              <a:off x="721452" y="1308684"/>
              <a:ext cx="293614" cy="293614"/>
              <a:chOff x="3078759" y="2231472"/>
              <a:chExt cx="1828800" cy="182880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8642310-1F70-A9CE-0ECA-7B1CD688E7BD}"/>
                  </a:ext>
                </a:extLst>
              </p:cNvPr>
              <p:cNvSpPr/>
              <p:nvPr/>
            </p:nvSpPr>
            <p:spPr>
              <a:xfrm>
                <a:off x="3078759" y="2231472"/>
                <a:ext cx="1828800" cy="1828800"/>
              </a:xfrm>
              <a:prstGeom prst="roundRect">
                <a:avLst/>
              </a:prstGeom>
              <a:solidFill>
                <a:srgbClr val="00AC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5B1DCC2C-29CE-138A-8C45-266989F738F2}"/>
                  </a:ext>
                </a:extLst>
              </p:cNvPr>
              <p:cNvSpPr/>
              <p:nvPr/>
            </p:nvSpPr>
            <p:spPr>
              <a:xfrm>
                <a:off x="3699519" y="2696087"/>
                <a:ext cx="679508" cy="899570"/>
              </a:xfrm>
              <a:prstGeom prst="chevron">
                <a:avLst>
                  <a:gd name="adj" fmla="val 6728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02F8C0-DE4B-6C69-08A7-CC8C0BC3ABED}"/>
                </a:ext>
              </a:extLst>
            </p:cNvPr>
            <p:cNvSpPr/>
            <p:nvPr/>
          </p:nvSpPr>
          <p:spPr>
            <a:xfrm rot="10800000" flipV="1">
              <a:off x="1107325" y="1298127"/>
              <a:ext cx="653403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0">
              <a:spAutoFit/>
            </a:bodyPr>
            <a:lstStyle/>
            <a:p>
              <a:r>
                <a:rPr lang="en-US" sz="2000" b="1" dirty="0">
                  <a:solidFill>
                    <a:srgbClr val="00ACB4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Team Orienteering Problem of UAVs with Charging Station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A86E1AA-F3A1-170D-D8B1-AC8407C59651}"/>
              </a:ext>
            </a:extLst>
          </p:cNvPr>
          <p:cNvGrpSpPr/>
          <p:nvPr/>
        </p:nvGrpSpPr>
        <p:grpSpPr>
          <a:xfrm>
            <a:off x="1626376" y="2668016"/>
            <a:ext cx="2451767" cy="2170710"/>
            <a:chOff x="1006679" y="2426424"/>
            <a:chExt cx="2451767" cy="217071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7B78963-00E8-B12A-354D-11CB3D1E7641}"/>
                </a:ext>
              </a:extLst>
            </p:cNvPr>
            <p:cNvGrpSpPr/>
            <p:nvPr/>
          </p:nvGrpSpPr>
          <p:grpSpPr>
            <a:xfrm>
              <a:off x="1006679" y="2426424"/>
              <a:ext cx="2451767" cy="2170710"/>
              <a:chOff x="744225" y="1433714"/>
              <a:chExt cx="2451767" cy="2170710"/>
            </a:xfrm>
          </p:grpSpPr>
          <p:sp>
            <p:nvSpPr>
              <p:cNvPr id="70" name="Rectangle 1028">
                <a:extLst>
                  <a:ext uri="{FF2B5EF4-FFF2-40B4-BE49-F238E27FC236}">
                    <a16:creationId xmlns:a16="http://schemas.microsoft.com/office/drawing/2014/main" id="{D830821E-1FC7-7CB0-BE51-5278931D4B6B}"/>
                  </a:ext>
                </a:extLst>
              </p:cNvPr>
              <p:cNvSpPr/>
              <p:nvPr/>
            </p:nvSpPr>
            <p:spPr>
              <a:xfrm>
                <a:off x="744225" y="1472388"/>
                <a:ext cx="2451767" cy="2132036"/>
              </a:xfrm>
              <a:prstGeom prst="roundRect">
                <a:avLst>
                  <a:gd name="adj" fmla="val 5765"/>
                </a:avLst>
              </a:prstGeom>
              <a:gradFill flip="none" rotWithShape="1">
                <a:gsLst>
                  <a:gs pos="0">
                    <a:srgbClr val="A4804A">
                      <a:lumMod val="50000"/>
                      <a:lumOff val="50000"/>
                    </a:srgbClr>
                  </a:gs>
                  <a:gs pos="100000">
                    <a:srgbClr val="2A2A2C">
                      <a:alpha val="30000"/>
                      <a:lumMod val="10000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Rectangle: Rounded Corners 190">
                <a:extLst>
                  <a:ext uri="{FF2B5EF4-FFF2-40B4-BE49-F238E27FC236}">
                    <a16:creationId xmlns:a16="http://schemas.microsoft.com/office/drawing/2014/main" id="{D8F0F4BA-1D34-4D55-2711-1AC7E9FFE44C}"/>
                  </a:ext>
                </a:extLst>
              </p:cNvPr>
              <p:cNvSpPr/>
              <p:nvPr/>
            </p:nvSpPr>
            <p:spPr>
              <a:xfrm>
                <a:off x="744225" y="1433714"/>
                <a:ext cx="2451767" cy="34018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A4804A"/>
                  </a:gs>
                  <a:gs pos="100000">
                    <a:srgbClr val="2A2A2C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Max Node Coverage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pic>
          <p:nvPicPr>
            <p:cNvPr id="195" name="Picture 194">
              <a:extLst>
                <a:ext uri="{FF2B5EF4-FFF2-40B4-BE49-F238E27FC236}">
                  <a16:creationId xmlns:a16="http://schemas.microsoft.com/office/drawing/2014/main" id="{C41F0869-07E7-69F0-B0FC-C5DC91D7F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162" y="2676334"/>
              <a:ext cx="1828800" cy="1828800"/>
            </a:xfrm>
            <a:prstGeom prst="rect">
              <a:avLst/>
            </a:prstGeom>
          </p:spPr>
        </p:pic>
      </p:grpSp>
      <p:pic>
        <p:nvPicPr>
          <p:cNvPr id="205" name="Picture 204" descr="A blue and purple line art of a file folder and a x mark&#10;&#10;Description automatically generated">
            <a:extLst>
              <a:ext uri="{FF2B5EF4-FFF2-40B4-BE49-F238E27FC236}">
                <a16:creationId xmlns:a16="http://schemas.microsoft.com/office/drawing/2014/main" id="{B7ADD73A-2015-3996-F88D-3CAA302CD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341" y="3008200"/>
            <a:ext cx="1828800" cy="1828800"/>
          </a:xfrm>
          <a:prstGeom prst="rect">
            <a:avLst/>
          </a:prstGeom>
        </p:spPr>
      </p:pic>
      <p:pic>
        <p:nvPicPr>
          <p:cNvPr id="207" name="Picture 206" descr="A blue and blue outline of a drone flying over a house&#10;&#10;Description automatically generated">
            <a:extLst>
              <a:ext uri="{FF2B5EF4-FFF2-40B4-BE49-F238E27FC236}">
                <a16:creationId xmlns:a16="http://schemas.microsoft.com/office/drawing/2014/main" id="{9DCD6121-38F6-FC65-7CED-D3EF4E5C1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885" y="3008200"/>
            <a:ext cx="1828800" cy="1828800"/>
          </a:xfrm>
          <a:prstGeom prst="rect">
            <a:avLst/>
          </a:prstGeom>
        </p:spPr>
      </p:pic>
      <p:sp>
        <p:nvSpPr>
          <p:cNvPr id="213" name="Footer Placeholder 212">
            <a:extLst>
              <a:ext uri="{FF2B5EF4-FFF2-40B4-BE49-F238E27FC236}">
                <a16:creationId xmlns:a16="http://schemas.microsoft.com/office/drawing/2014/main" id="{332A0789-73B4-32E2-3D8F-BB5059DE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14" name="Slide Number Placeholder 213">
            <a:extLst>
              <a:ext uri="{FF2B5EF4-FFF2-40B4-BE49-F238E27FC236}">
                <a16:creationId xmlns:a16="http://schemas.microsoft.com/office/drawing/2014/main" id="{CAF656C3-3FE5-3D2F-B895-7DBF130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4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78DA-E898-AB2C-FEAA-7E957B70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Approaches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E76BAB63-A3D7-8458-64FA-FD0469E6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3A7F90E-A95B-58C2-5F29-94BF9DD7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7</a:t>
            </a:fld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B254EF2-70FE-6209-CFDE-4214920B768E}"/>
              </a:ext>
            </a:extLst>
          </p:cNvPr>
          <p:cNvGrpSpPr/>
          <p:nvPr/>
        </p:nvGrpSpPr>
        <p:grpSpPr>
          <a:xfrm>
            <a:off x="4779710" y="1791221"/>
            <a:ext cx="2783173" cy="3476368"/>
            <a:chOff x="4779710" y="1791221"/>
            <a:chExt cx="2783173" cy="34763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8D9AA1D-39C3-B94E-D4AB-CBAA0CAD7EA1}"/>
                </a:ext>
              </a:extLst>
            </p:cNvPr>
            <p:cNvGrpSpPr/>
            <p:nvPr/>
          </p:nvGrpSpPr>
          <p:grpSpPr>
            <a:xfrm>
              <a:off x="4779710" y="1791221"/>
              <a:ext cx="2783173" cy="3476368"/>
              <a:chOff x="2090379" y="1137074"/>
              <a:chExt cx="2648870" cy="347636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44A3608-7696-CD48-9192-E42F352C6133}"/>
                  </a:ext>
                </a:extLst>
              </p:cNvPr>
              <p:cNvGrpSpPr/>
              <p:nvPr/>
            </p:nvGrpSpPr>
            <p:grpSpPr>
              <a:xfrm>
                <a:off x="2090379" y="1137074"/>
                <a:ext cx="2631370" cy="3476368"/>
                <a:chOff x="826684" y="1452698"/>
                <a:chExt cx="2631370" cy="3476368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DB8FF526-48E4-8ACA-5AB6-C061B1467FAF}"/>
                    </a:ext>
                  </a:extLst>
                </p:cNvPr>
                <p:cNvSpPr/>
                <p:nvPr/>
              </p:nvSpPr>
              <p:spPr>
                <a:xfrm>
                  <a:off x="909374" y="1452699"/>
                  <a:ext cx="2548680" cy="3476367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85E48C3-795A-E2F5-F8C0-4442152A1E8A}"/>
                    </a:ext>
                  </a:extLst>
                </p:cNvPr>
                <p:cNvSpPr/>
                <p:nvPr/>
              </p:nvSpPr>
              <p:spPr>
                <a:xfrm>
                  <a:off x="826684" y="1452698"/>
                  <a:ext cx="91440" cy="3476368"/>
                </a:xfrm>
                <a:prstGeom prst="rect">
                  <a:avLst/>
                </a:prstGeom>
                <a:gradFill>
                  <a:gsLst>
                    <a:gs pos="46000">
                      <a:srgbClr val="00ACB4"/>
                    </a:gs>
                    <a:gs pos="100000">
                      <a:srgbClr val="2A2A2C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97855A-13BD-6D7D-C434-B4D89CCA93AF}"/>
                  </a:ext>
                </a:extLst>
              </p:cNvPr>
              <p:cNvSpPr txBox="1"/>
              <p:nvPr/>
            </p:nvSpPr>
            <p:spPr>
              <a:xfrm>
                <a:off x="2181819" y="1291883"/>
                <a:ext cx="25574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ACB4"/>
                    </a:solidFill>
                    <a:latin typeface="+mj-lt"/>
                  </a:rPr>
                  <a:t>K-Means + Min  </a:t>
                </a:r>
                <a:r>
                  <a:rPr lang="en-US" b="1" dirty="0">
                    <a:solidFill>
                      <a:srgbClr val="012C57"/>
                    </a:solidFill>
                    <a:latin typeface="+mj-lt"/>
                  </a:rPr>
                  <a:t>Distance</a:t>
                </a:r>
                <a:r>
                  <a:rPr lang="en-US" b="1" dirty="0">
                    <a:solidFill>
                      <a:srgbClr val="00ACB4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ACB4"/>
                  </a:solidFill>
                  <a:latin typeface="+mj-lt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9D29E5-935B-B286-F460-2D858FCFAA0D}"/>
                  </a:ext>
                </a:extLst>
              </p:cNvPr>
              <p:cNvSpPr txBox="1"/>
              <p:nvPr/>
            </p:nvSpPr>
            <p:spPr>
              <a:xfrm>
                <a:off x="2546134" y="1691993"/>
                <a:ext cx="1828800" cy="18288"/>
              </a:xfrm>
              <a:prstGeom prst="rect">
                <a:avLst/>
              </a:prstGeom>
              <a:solidFill>
                <a:srgbClr val="00ACB4"/>
              </a:solidFill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pPr algn="ctr"/>
                <a:endParaRPr lang="en-US" sz="2000" dirty="0">
                  <a:solidFill>
                    <a:srgbClr val="025A85"/>
                  </a:solidFill>
                  <a:latin typeface="+mj-lt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563485-8D4C-EEAF-11E2-2E69C99B23FE}"/>
                  </a:ext>
                </a:extLst>
              </p:cNvPr>
              <p:cNvSpPr txBox="1"/>
              <p:nvPr/>
            </p:nvSpPr>
            <p:spPr>
              <a:xfrm>
                <a:off x="2173069" y="2080533"/>
                <a:ext cx="2557430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Blip>
                    <a:blip r:embed="rId2"/>
                  </a:buBlip>
                </a:pPr>
                <a:r>
                  <a:rPr lang="en-US" sz="1400" dirty="0">
                    <a:latin typeface="+mj-lt"/>
                  </a:rPr>
                  <a:t>Clusters nodes by rewards</a:t>
                </a:r>
              </a:p>
              <a:p>
                <a:pPr marL="285750" indent="-285750">
                  <a:buBlip>
                    <a:blip r:embed="rId2"/>
                  </a:buBlip>
                </a:pPr>
                <a:r>
                  <a:rPr lang="en-US" sz="1400" dirty="0">
                    <a:latin typeface="+mj-lt"/>
                  </a:rPr>
                  <a:t>Prioritizes minimizing travel distance between nodes.</a:t>
                </a:r>
              </a:p>
            </p:txBody>
          </p:sp>
        </p:grpSp>
        <p:pic>
          <p:nvPicPr>
            <p:cNvPr id="42" name="Picture 41" descr="A blue and black logo&#10;&#10;Description automatically generated">
              <a:extLst>
                <a:ext uri="{FF2B5EF4-FFF2-40B4-BE49-F238E27FC236}">
                  <a16:creationId xmlns:a16="http://schemas.microsoft.com/office/drawing/2014/main" id="{906F0CDD-984D-ADE2-507D-48618150F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3534" y="3616882"/>
              <a:ext cx="1371600" cy="13716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A55748-11CB-A6E2-6E04-1362F1718CE2}"/>
              </a:ext>
            </a:extLst>
          </p:cNvPr>
          <p:cNvGrpSpPr/>
          <p:nvPr/>
        </p:nvGrpSpPr>
        <p:grpSpPr>
          <a:xfrm>
            <a:off x="996346" y="1791221"/>
            <a:ext cx="2783173" cy="3476368"/>
            <a:chOff x="996346" y="1791221"/>
            <a:chExt cx="2783173" cy="347636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E9182D-F37A-DECD-D468-8675647BB26D}"/>
                </a:ext>
              </a:extLst>
            </p:cNvPr>
            <p:cNvGrpSpPr/>
            <p:nvPr/>
          </p:nvGrpSpPr>
          <p:grpSpPr>
            <a:xfrm>
              <a:off x="996346" y="1791221"/>
              <a:ext cx="2783173" cy="3476368"/>
              <a:chOff x="2090379" y="1137074"/>
              <a:chExt cx="2648870" cy="347636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CEA09D4-B6EE-21BE-29F3-D4819766352C}"/>
                  </a:ext>
                </a:extLst>
              </p:cNvPr>
              <p:cNvGrpSpPr/>
              <p:nvPr/>
            </p:nvGrpSpPr>
            <p:grpSpPr>
              <a:xfrm>
                <a:off x="2090379" y="1137074"/>
                <a:ext cx="2631370" cy="3476368"/>
                <a:chOff x="826684" y="1452698"/>
                <a:chExt cx="2631370" cy="347636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4E2F113-4BDC-6F6E-32D4-B9800FE719AC}"/>
                    </a:ext>
                  </a:extLst>
                </p:cNvPr>
                <p:cNvSpPr/>
                <p:nvPr/>
              </p:nvSpPr>
              <p:spPr>
                <a:xfrm>
                  <a:off x="909374" y="1452699"/>
                  <a:ext cx="2548680" cy="347636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ACB4">
                        <a:lumMod val="10000"/>
                        <a:lumOff val="90000"/>
                      </a:srgbClr>
                    </a:gs>
                    <a:gs pos="85000">
                      <a:schemeClr val="tx1">
                        <a:alpha val="90000"/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A1AA98E-4684-E03B-6A6B-549104CC8797}"/>
                    </a:ext>
                  </a:extLst>
                </p:cNvPr>
                <p:cNvSpPr/>
                <p:nvPr/>
              </p:nvSpPr>
              <p:spPr>
                <a:xfrm>
                  <a:off x="826684" y="1452698"/>
                  <a:ext cx="91440" cy="3476368"/>
                </a:xfrm>
                <a:prstGeom prst="rect">
                  <a:avLst/>
                </a:prstGeom>
                <a:gradFill>
                  <a:gsLst>
                    <a:gs pos="46000">
                      <a:srgbClr val="00ACB4"/>
                    </a:gs>
                    <a:gs pos="100000">
                      <a:srgbClr val="2A2A2C"/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8BD2E9-A198-5B33-7017-D96C89A7C240}"/>
                  </a:ext>
                </a:extLst>
              </p:cNvPr>
              <p:cNvSpPr txBox="1"/>
              <p:nvPr/>
            </p:nvSpPr>
            <p:spPr>
              <a:xfrm>
                <a:off x="2181819" y="1291883"/>
                <a:ext cx="25574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ACB4"/>
                    </a:solidFill>
                    <a:latin typeface="+mj-lt"/>
                  </a:rPr>
                  <a:t>K-Means + Max </a:t>
                </a:r>
                <a:r>
                  <a:rPr lang="en-US" b="1" dirty="0">
                    <a:solidFill>
                      <a:srgbClr val="012C57"/>
                    </a:solidFill>
                    <a:latin typeface="+mj-lt"/>
                  </a:rPr>
                  <a:t>Reward</a:t>
                </a:r>
                <a:r>
                  <a:rPr lang="en-US" b="1" dirty="0">
                    <a:solidFill>
                      <a:srgbClr val="00ACB4"/>
                    </a:solidFill>
                    <a:latin typeface="+mj-lt"/>
                  </a:rPr>
                  <a:t> </a:t>
                </a:r>
                <a:endParaRPr lang="en-US" dirty="0">
                  <a:solidFill>
                    <a:srgbClr val="00ACB4"/>
                  </a:solidFill>
                  <a:latin typeface="+mj-lt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6294B34-E5BB-7FDF-CA38-2D65A05D9E77}"/>
                  </a:ext>
                </a:extLst>
              </p:cNvPr>
              <p:cNvSpPr txBox="1"/>
              <p:nvPr/>
            </p:nvSpPr>
            <p:spPr>
              <a:xfrm>
                <a:off x="2546134" y="1691993"/>
                <a:ext cx="1828800" cy="18288"/>
              </a:xfrm>
              <a:prstGeom prst="rect">
                <a:avLst/>
              </a:prstGeom>
              <a:solidFill>
                <a:srgbClr val="00ACB4"/>
              </a:solidFill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pPr algn="ctr"/>
                <a:endParaRPr lang="en-US" sz="2000" dirty="0">
                  <a:solidFill>
                    <a:srgbClr val="025A85"/>
                  </a:solidFill>
                  <a:latin typeface="+mj-lt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85D169-F02D-F2C0-3239-51F880B681CA}"/>
                  </a:ext>
                </a:extLst>
              </p:cNvPr>
              <p:cNvSpPr txBox="1"/>
              <p:nvPr/>
            </p:nvSpPr>
            <p:spPr>
              <a:xfrm>
                <a:off x="2173069" y="2080533"/>
                <a:ext cx="255743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Blip>
                    <a:blip r:embed="rId2"/>
                  </a:buBlip>
                </a:pPr>
                <a:r>
                  <a:rPr lang="en-US" sz="1400" dirty="0">
                    <a:latin typeface="+mj-lt"/>
                  </a:rPr>
                  <a:t>Clusters nodes by rewards</a:t>
                </a:r>
              </a:p>
              <a:p>
                <a:pPr marL="285750" indent="-285750">
                  <a:buBlip>
                    <a:blip r:embed="rId2"/>
                  </a:buBlip>
                </a:pPr>
                <a:r>
                  <a:rPr lang="en-US" sz="1400" dirty="0">
                    <a:latin typeface="+mj-lt"/>
                  </a:rPr>
                  <a:t>Prioritizes high-reward nodes</a:t>
                </a:r>
              </a:p>
            </p:txBody>
          </p:sp>
        </p:grpSp>
        <p:pic>
          <p:nvPicPr>
            <p:cNvPr id="44" name="Picture 43" descr="A blue and black logo&#10;&#10;Description automatically generated">
              <a:extLst>
                <a:ext uri="{FF2B5EF4-FFF2-40B4-BE49-F238E27FC236}">
                  <a16:creationId xmlns:a16="http://schemas.microsoft.com/office/drawing/2014/main" id="{288FAB62-E62D-F2C1-C20D-31BD806AF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0977" y="3616882"/>
              <a:ext cx="1371600" cy="1371600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854C943-EB84-E065-E9BF-283E5BC3C352}"/>
              </a:ext>
            </a:extLst>
          </p:cNvPr>
          <p:cNvGrpSpPr/>
          <p:nvPr/>
        </p:nvGrpSpPr>
        <p:grpSpPr>
          <a:xfrm>
            <a:off x="8430870" y="1690816"/>
            <a:ext cx="2783173" cy="3476368"/>
            <a:chOff x="8430870" y="1690816"/>
            <a:chExt cx="2783173" cy="347636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A62BD0-F0C9-CC9E-B3E6-D499BFCAD26B}"/>
                </a:ext>
              </a:extLst>
            </p:cNvPr>
            <p:cNvGrpSpPr/>
            <p:nvPr/>
          </p:nvGrpSpPr>
          <p:grpSpPr>
            <a:xfrm>
              <a:off x="8430870" y="1690816"/>
              <a:ext cx="2783173" cy="3476368"/>
              <a:chOff x="2090379" y="1137074"/>
              <a:chExt cx="2648870" cy="347636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A243D30-D316-213C-D1B9-9E8EDA69BDBF}"/>
                  </a:ext>
                </a:extLst>
              </p:cNvPr>
              <p:cNvGrpSpPr/>
              <p:nvPr/>
            </p:nvGrpSpPr>
            <p:grpSpPr>
              <a:xfrm>
                <a:off x="2090379" y="1137074"/>
                <a:ext cx="2631370" cy="3476368"/>
                <a:chOff x="826684" y="1452698"/>
                <a:chExt cx="2631370" cy="3476368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F9E3C2B-E451-D956-5B39-9C8A416AB908}"/>
                    </a:ext>
                  </a:extLst>
                </p:cNvPr>
                <p:cNvSpPr/>
                <p:nvPr/>
              </p:nvSpPr>
              <p:spPr>
                <a:xfrm>
                  <a:off x="909374" y="1452699"/>
                  <a:ext cx="2548680" cy="3476367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E4D9C9"/>
                    </a:gs>
                    <a:gs pos="85000">
                      <a:schemeClr val="tx1">
                        <a:alpha val="90000"/>
                        <a:lumMod val="20000"/>
                        <a:lumOff val="8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0125562-9E81-B528-90C7-FE5342C74582}"/>
                    </a:ext>
                  </a:extLst>
                </p:cNvPr>
                <p:cNvSpPr/>
                <p:nvPr/>
              </p:nvSpPr>
              <p:spPr>
                <a:xfrm>
                  <a:off x="826684" y="1452698"/>
                  <a:ext cx="91440" cy="3476368"/>
                </a:xfrm>
                <a:prstGeom prst="rect">
                  <a:avLst/>
                </a:prstGeom>
                <a:solidFill>
                  <a:srgbClr val="A4804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5E53C1-68EE-D2A4-3D25-C3DBE8AEF2B3}"/>
                  </a:ext>
                </a:extLst>
              </p:cNvPr>
              <p:cNvSpPr txBox="1"/>
              <p:nvPr/>
            </p:nvSpPr>
            <p:spPr>
              <a:xfrm>
                <a:off x="2181819" y="1291883"/>
                <a:ext cx="25574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A4804A"/>
                    </a:solidFill>
                    <a:latin typeface="+mj-lt"/>
                  </a:rPr>
                  <a:t>AI-enabled</a:t>
                </a:r>
                <a:r>
                  <a:rPr lang="en-US" b="1" dirty="0">
                    <a:solidFill>
                      <a:srgbClr val="00ACB4"/>
                    </a:solidFill>
                    <a:latin typeface="+mj-lt"/>
                  </a:rPr>
                  <a:t> </a:t>
                </a:r>
                <a:r>
                  <a:rPr lang="en-US" b="1" dirty="0">
                    <a:solidFill>
                      <a:srgbClr val="012C57"/>
                    </a:solidFill>
                    <a:latin typeface="+mj-lt"/>
                  </a:rPr>
                  <a:t>SA</a:t>
                </a:r>
                <a:endParaRPr lang="en-US" dirty="0">
                  <a:solidFill>
                    <a:srgbClr val="012C57"/>
                  </a:solidFill>
                  <a:latin typeface="+mj-lt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9BA7AA-0F55-3A9A-9F54-AD37F16A77D0}"/>
                  </a:ext>
                </a:extLst>
              </p:cNvPr>
              <p:cNvSpPr txBox="1"/>
              <p:nvPr/>
            </p:nvSpPr>
            <p:spPr>
              <a:xfrm>
                <a:off x="2546134" y="1691993"/>
                <a:ext cx="1828800" cy="18288"/>
              </a:xfrm>
              <a:prstGeom prst="rect">
                <a:avLst/>
              </a:prstGeom>
              <a:solidFill>
                <a:srgbClr val="A4804A"/>
              </a:solidFill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pPr algn="ctr"/>
                <a:endParaRPr lang="en-US" sz="2000" dirty="0">
                  <a:solidFill>
                    <a:srgbClr val="025A85"/>
                  </a:solidFill>
                  <a:latin typeface="+mj-lt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CF2F81A-22E9-A1E5-298C-114F021DA3EA}"/>
                  </a:ext>
                </a:extLst>
              </p:cNvPr>
              <p:cNvSpPr txBox="1"/>
              <p:nvPr/>
            </p:nvSpPr>
            <p:spPr>
              <a:xfrm>
                <a:off x="2173069" y="2080533"/>
                <a:ext cx="2557430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Blip>
                    <a:blip r:embed="rId5"/>
                  </a:buBlip>
                </a:pPr>
                <a:r>
                  <a:rPr lang="en-US" sz="1400" dirty="0">
                    <a:latin typeface="+mj-lt"/>
                  </a:rPr>
                  <a:t>Simulated Annealing </a:t>
                </a:r>
              </a:p>
              <a:p>
                <a:pPr marL="285750" indent="-285750">
                  <a:buBlip>
                    <a:blip r:embed="rId5"/>
                  </a:buBlip>
                </a:pPr>
                <a:r>
                  <a:rPr lang="en-US" sz="1400" dirty="0">
                    <a:latin typeface="+mj-lt"/>
                  </a:rPr>
                  <a:t>Enhances SA by incorporating Neural Networks.</a:t>
                </a:r>
              </a:p>
            </p:txBody>
          </p:sp>
        </p:grpSp>
        <p:pic>
          <p:nvPicPr>
            <p:cNvPr id="51" name="Picture 50" descr="A black and gold logo&#10;&#10;Description automatically generated">
              <a:extLst>
                <a:ext uri="{FF2B5EF4-FFF2-40B4-BE49-F238E27FC236}">
                  <a16:creationId xmlns:a16="http://schemas.microsoft.com/office/drawing/2014/main" id="{7E0FCE57-EA67-3C07-65D2-BBE1929CF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5501" y="3616882"/>
              <a:ext cx="1371600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737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E4112-C092-F86F-E13F-6BA3D0AC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3077-8666-5345-BC4C-AEB292FE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Approaches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739A5-DC13-CA91-341E-B8D7CE73DA0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SA Models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263397E-E75B-C152-31C3-D4BF0B3264A0}"/>
              </a:ext>
            </a:extLst>
          </p:cNvPr>
          <p:cNvGrpSpPr/>
          <p:nvPr/>
        </p:nvGrpSpPr>
        <p:grpSpPr>
          <a:xfrm>
            <a:off x="648478" y="1167992"/>
            <a:ext cx="10895043" cy="2330328"/>
            <a:chOff x="385054" y="1971300"/>
            <a:chExt cx="10895043" cy="233032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838ACFA-3DC6-48F7-81C2-DA699A866E7E}"/>
                </a:ext>
              </a:extLst>
            </p:cNvPr>
            <p:cNvGrpSpPr/>
            <p:nvPr/>
          </p:nvGrpSpPr>
          <p:grpSpPr>
            <a:xfrm>
              <a:off x="385054" y="1971300"/>
              <a:ext cx="10895043" cy="2330328"/>
              <a:chOff x="2173068" y="1137074"/>
              <a:chExt cx="10369299" cy="233032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078B84B-EFEE-5F0C-FE8E-47B02C3C96EB}"/>
                  </a:ext>
                </a:extLst>
              </p:cNvPr>
              <p:cNvGrpSpPr/>
              <p:nvPr/>
            </p:nvGrpSpPr>
            <p:grpSpPr>
              <a:xfrm>
                <a:off x="2173068" y="1137074"/>
                <a:ext cx="10369299" cy="2330328"/>
                <a:chOff x="909373" y="1452698"/>
                <a:chExt cx="10369299" cy="2330328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0D54B8F-731C-17C1-8049-C2D026FC00B5}"/>
                    </a:ext>
                  </a:extLst>
                </p:cNvPr>
                <p:cNvSpPr/>
                <p:nvPr/>
              </p:nvSpPr>
              <p:spPr>
                <a:xfrm>
                  <a:off x="909374" y="1452700"/>
                  <a:ext cx="10369298" cy="2330326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ACB4">
                        <a:lumMod val="5000"/>
                        <a:lumOff val="95000"/>
                      </a:srgbClr>
                    </a:gs>
                    <a:gs pos="85000">
                      <a:schemeClr val="tx1">
                        <a:alpha val="90000"/>
                        <a:lumMod val="5000"/>
                        <a:lumOff val="9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8B051BC-EB13-2389-4257-575A5F10479D}"/>
                    </a:ext>
                  </a:extLst>
                </p:cNvPr>
                <p:cNvSpPr/>
                <p:nvPr/>
              </p:nvSpPr>
              <p:spPr>
                <a:xfrm>
                  <a:off x="909373" y="1452698"/>
                  <a:ext cx="10369298" cy="91440"/>
                </a:xfrm>
                <a:prstGeom prst="rect">
                  <a:avLst/>
                </a:prstGeom>
                <a:gradFill flip="none" rotWithShape="1">
                  <a:gsLst>
                    <a:gs pos="46000">
                      <a:srgbClr val="00ACB4"/>
                    </a:gs>
                    <a:gs pos="100000">
                      <a:srgbClr val="2A2A2C"/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67088BE-2DCF-B1F6-7130-B3EF144B3DD0}"/>
                  </a:ext>
                </a:extLst>
              </p:cNvPr>
              <p:cNvSpPr txBox="1"/>
              <p:nvPr/>
            </p:nvSpPr>
            <p:spPr>
              <a:xfrm>
                <a:off x="2181819" y="1291883"/>
                <a:ext cx="25574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+mj-lt"/>
                  </a:rPr>
                  <a:t>Simulated Annealing</a:t>
                </a:r>
                <a:endParaRPr lang="en-US" dirty="0">
                  <a:latin typeface="+mj-lt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83C01CF-0E76-8440-3661-80D0973F11F6}"/>
                  </a:ext>
                </a:extLst>
              </p:cNvPr>
              <p:cNvSpPr txBox="1"/>
              <p:nvPr/>
            </p:nvSpPr>
            <p:spPr>
              <a:xfrm>
                <a:off x="2367800" y="1691993"/>
                <a:ext cx="2175688" cy="18288"/>
              </a:xfrm>
              <a:prstGeom prst="rect">
                <a:avLst/>
              </a:prstGeom>
              <a:solidFill>
                <a:srgbClr val="00ACB4"/>
              </a:solidFill>
              <a:ln>
                <a:noFill/>
              </a:ln>
            </p:spPr>
            <p:txBody>
              <a:bodyPr wrap="square">
                <a:noAutofit/>
              </a:bodyPr>
              <a:lstStyle/>
              <a:p>
                <a:pPr algn="ctr"/>
                <a:endParaRPr lang="en-US" sz="2000" dirty="0">
                  <a:solidFill>
                    <a:srgbClr val="025A85"/>
                  </a:solidFill>
                  <a:latin typeface="+mj-lt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04BC66A-4114-FC57-3B9C-169DB42545A5}"/>
                </a:ext>
              </a:extLst>
            </p:cNvPr>
            <p:cNvGrpSpPr/>
            <p:nvPr/>
          </p:nvGrpSpPr>
          <p:grpSpPr>
            <a:xfrm>
              <a:off x="2836421" y="2352486"/>
              <a:ext cx="5992308" cy="1949142"/>
              <a:chOff x="3485498" y="1962509"/>
              <a:chExt cx="5992308" cy="194914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870F571-6B69-2F17-BAC5-84E78B4B4034}"/>
                  </a:ext>
                </a:extLst>
              </p:cNvPr>
              <p:cNvGrpSpPr/>
              <p:nvPr/>
            </p:nvGrpSpPr>
            <p:grpSpPr>
              <a:xfrm>
                <a:off x="3485498" y="1962509"/>
                <a:ext cx="2452860" cy="1730958"/>
                <a:chOff x="-555784" y="1897864"/>
                <a:chExt cx="2452860" cy="1730958"/>
              </a:xfrm>
            </p:grpSpPr>
            <p:pic>
              <p:nvPicPr>
                <p:cNvPr id="46" name="Picture 45" descr="A computer screen with a light bulb and a clock&#10;&#10;Description automatically generated">
                  <a:extLst>
                    <a:ext uri="{FF2B5EF4-FFF2-40B4-BE49-F238E27FC236}">
                      <a16:creationId xmlns:a16="http://schemas.microsoft.com/office/drawing/2014/main" id="{5235ECBE-7BE3-2EB5-0FE1-53795CA3E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5154" y="1897864"/>
                  <a:ext cx="1371600" cy="1371600"/>
                </a:xfrm>
                <a:prstGeom prst="rect">
                  <a:avLst/>
                </a:prstGeom>
              </p:spPr>
            </p:pic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378EB2B-1800-DB2E-AE43-6E1F7E3D05F5}"/>
                    </a:ext>
                  </a:extLst>
                </p:cNvPr>
                <p:cNvSpPr txBox="1"/>
                <p:nvPr/>
              </p:nvSpPr>
              <p:spPr>
                <a:xfrm>
                  <a:off x="-472354" y="3071819"/>
                  <a:ext cx="2286000" cy="24773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73D3FF"/>
                </a:solidFill>
              </p:spPr>
              <p:txBody>
                <a:bodyPr wrap="square" lIns="91440" tIns="0" rIns="91440" bIns="0" anchor="ctr" anchorCtr="0">
                  <a:noAutofit/>
                </a:bodyPr>
                <a:lstStyle/>
                <a:p>
                  <a:pPr algn="ctr"/>
                  <a:r>
                    <a:rPr lang="en-US" b="1" dirty="0">
                      <a:latin typeface="Söhne"/>
                    </a:rPr>
                    <a:t>Simulated Annealing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186CF76-98DF-0E24-7165-67F20B0C9E3C}"/>
                    </a:ext>
                  </a:extLst>
                </p:cNvPr>
                <p:cNvSpPr txBox="1"/>
                <p:nvPr/>
              </p:nvSpPr>
              <p:spPr>
                <a:xfrm>
                  <a:off x="-555784" y="3382601"/>
                  <a:ext cx="245286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spAutoFit/>
                </a:bodyPr>
                <a:lstStyle/>
                <a:p>
                  <a:pPr marL="344488" indent="-169863">
                    <a:buClr>
                      <a:srgbClr val="F8AF23"/>
                    </a:buClr>
                    <a:buBlip>
                      <a:blip r:embed="rId3"/>
                    </a:buBlip>
                  </a:pPr>
                  <a:r>
                    <a:rPr lang="en-US" sz="1600" b="1" dirty="0"/>
                    <a:t> Generate Solutions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38A3E32-B86C-7FC7-5B05-960804C2FF55}"/>
                  </a:ext>
                </a:extLst>
              </p:cNvPr>
              <p:cNvGrpSpPr/>
              <p:nvPr/>
            </p:nvGrpSpPr>
            <p:grpSpPr>
              <a:xfrm>
                <a:off x="6717332" y="1962509"/>
                <a:ext cx="2760474" cy="1949142"/>
                <a:chOff x="2676050" y="1897864"/>
                <a:chExt cx="2760474" cy="1949142"/>
              </a:xfrm>
            </p:grpSpPr>
            <p:pic>
              <p:nvPicPr>
                <p:cNvPr id="36" name="Picture 35" descr="A computer with a rocket on the screen&#10;&#10;Description automatically generated">
                  <a:extLst>
                    <a:ext uri="{FF2B5EF4-FFF2-40B4-BE49-F238E27FC236}">
                      <a16:creationId xmlns:a16="http://schemas.microsoft.com/office/drawing/2014/main" id="{BC6BC9B1-3F53-9A6A-4346-AC7BF42655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0487" y="1897864"/>
                  <a:ext cx="1371600" cy="1371600"/>
                </a:xfrm>
                <a:prstGeom prst="rect">
                  <a:avLst/>
                </a:prstGeom>
              </p:spPr>
            </p:pic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69E51BB-160F-060E-8325-8EA4CAEDA804}"/>
                    </a:ext>
                  </a:extLst>
                </p:cNvPr>
                <p:cNvSpPr txBox="1"/>
                <p:nvPr/>
              </p:nvSpPr>
              <p:spPr>
                <a:xfrm>
                  <a:off x="2913287" y="3071819"/>
                  <a:ext cx="2286000" cy="24773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76819F"/>
                </a:solidFill>
              </p:spPr>
              <p:txBody>
                <a:bodyPr wrap="square" lIns="91440" tIns="0" rIns="91440" bIns="0" anchor="ctr" anchorCtr="0">
                  <a:no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Söhne"/>
                    </a:rPr>
                    <a:t>Simulation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B991408-7CD6-898F-6C0B-46923581EB95}"/>
                    </a:ext>
                  </a:extLst>
                </p:cNvPr>
                <p:cNvSpPr txBox="1"/>
                <p:nvPr/>
              </p:nvSpPr>
              <p:spPr>
                <a:xfrm>
                  <a:off x="2676050" y="3382602"/>
                  <a:ext cx="2760474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 anchorCtr="0">
                  <a:spAutoFit/>
                </a:bodyPr>
                <a:lstStyle/>
                <a:p>
                  <a:pPr marL="344488" indent="-169863">
                    <a:buClr>
                      <a:srgbClr val="F8AF23"/>
                    </a:buClr>
                    <a:buBlip>
                      <a:blip r:embed="rId3"/>
                    </a:buBlip>
                  </a:pPr>
                  <a:r>
                    <a:rPr lang="en-US" sz="1600" b="1" dirty="0"/>
                    <a:t> Calculate Obj. functions 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192E5E2-AEF9-329F-2B4B-0BF828FF690C}"/>
                    </a:ext>
                  </a:extLst>
                </p:cNvPr>
                <p:cNvSpPr/>
                <p:nvPr/>
              </p:nvSpPr>
              <p:spPr>
                <a:xfrm>
                  <a:off x="3874962" y="3558619"/>
                  <a:ext cx="362650" cy="28838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</p:grpSp>
          <p:pic>
            <p:nvPicPr>
              <p:cNvPr id="18" name="Picture 17" descr="A blue arrows pointing to the left&#10;&#10;Description automatically generated">
                <a:extLst>
                  <a:ext uri="{FF2B5EF4-FFF2-40B4-BE49-F238E27FC236}">
                    <a16:creationId xmlns:a16="http://schemas.microsoft.com/office/drawing/2014/main" id="{B7D50E0B-4BCF-3DDF-B76F-8FF0AD286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5322" y="2945332"/>
                <a:ext cx="665047" cy="665047"/>
              </a:xfrm>
              <a:prstGeom prst="rect">
                <a:avLst/>
              </a:prstGeom>
            </p:spPr>
          </p:pic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8462609-2E42-8444-7370-0682292E8FA9}"/>
              </a:ext>
            </a:extLst>
          </p:cNvPr>
          <p:cNvGrpSpPr/>
          <p:nvPr/>
        </p:nvGrpSpPr>
        <p:grpSpPr>
          <a:xfrm>
            <a:off x="648477" y="3604102"/>
            <a:ext cx="10895043" cy="2330328"/>
            <a:chOff x="2173068" y="1137074"/>
            <a:chExt cx="10369299" cy="233032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79B78C4-C5E3-0D43-A206-BDAF2A008170}"/>
                </a:ext>
              </a:extLst>
            </p:cNvPr>
            <p:cNvGrpSpPr/>
            <p:nvPr/>
          </p:nvGrpSpPr>
          <p:grpSpPr>
            <a:xfrm>
              <a:off x="2173068" y="1137074"/>
              <a:ext cx="10369299" cy="2330328"/>
              <a:chOff x="909373" y="1452698"/>
              <a:chExt cx="10369299" cy="2330328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B6884CB-2863-D5FF-DDAE-B65E3DF84CA0}"/>
                  </a:ext>
                </a:extLst>
              </p:cNvPr>
              <p:cNvSpPr/>
              <p:nvPr/>
            </p:nvSpPr>
            <p:spPr>
              <a:xfrm>
                <a:off x="909374" y="1452700"/>
                <a:ext cx="10369298" cy="2330326"/>
              </a:xfrm>
              <a:prstGeom prst="rect">
                <a:avLst/>
              </a:prstGeom>
              <a:gradFill flip="none" rotWithShape="1">
                <a:gsLst>
                  <a:gs pos="0">
                    <a:srgbClr val="E4D9C9">
                      <a:alpha val="10000"/>
                    </a:srgbClr>
                  </a:gs>
                  <a:gs pos="85000">
                    <a:schemeClr val="tx1">
                      <a:alpha val="90000"/>
                      <a:lumMod val="5000"/>
                      <a:lumOff val="9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BEB3287-E32A-C587-D5E3-0C846F92B8D8}"/>
                  </a:ext>
                </a:extLst>
              </p:cNvPr>
              <p:cNvSpPr/>
              <p:nvPr/>
            </p:nvSpPr>
            <p:spPr>
              <a:xfrm>
                <a:off x="909373" y="1452698"/>
                <a:ext cx="10369298" cy="91440"/>
              </a:xfrm>
              <a:prstGeom prst="rect">
                <a:avLst/>
              </a:prstGeom>
              <a:gradFill flip="none" rotWithShape="1">
                <a:gsLst>
                  <a:gs pos="46000">
                    <a:srgbClr val="A4804A"/>
                  </a:gs>
                  <a:gs pos="100000">
                    <a:srgbClr val="2A2A2C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E07891D-4EF8-CF9B-0267-6EAC078F6BA5}"/>
                </a:ext>
              </a:extLst>
            </p:cNvPr>
            <p:cNvSpPr txBox="1"/>
            <p:nvPr/>
          </p:nvSpPr>
          <p:spPr>
            <a:xfrm>
              <a:off x="2181819" y="1291883"/>
              <a:ext cx="27738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+mj-lt"/>
                </a:rPr>
                <a:t>Simulated Annealing</a:t>
              </a:r>
              <a:r>
                <a:rPr lang="en-US" b="1" dirty="0">
                  <a:solidFill>
                    <a:srgbClr val="012C57"/>
                  </a:solidFill>
                  <a:latin typeface="+mj-lt"/>
                </a:rPr>
                <a:t>  + </a:t>
              </a:r>
              <a:r>
                <a:rPr lang="en-US" b="1" dirty="0">
                  <a:solidFill>
                    <a:srgbClr val="A4804A"/>
                  </a:solidFill>
                  <a:latin typeface="+mj-lt"/>
                </a:rPr>
                <a:t>NN</a:t>
              </a:r>
              <a:endParaRPr lang="en-US" dirty="0">
                <a:solidFill>
                  <a:srgbClr val="A4804A"/>
                </a:solidFill>
                <a:latin typeface="+mj-lt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BA518A9-633F-046F-DB6E-CCA372C3DDC5}"/>
                </a:ext>
              </a:extLst>
            </p:cNvPr>
            <p:cNvSpPr txBox="1"/>
            <p:nvPr/>
          </p:nvSpPr>
          <p:spPr>
            <a:xfrm>
              <a:off x="2367800" y="1691993"/>
              <a:ext cx="2175688" cy="18288"/>
            </a:xfrm>
            <a:prstGeom prst="rect">
              <a:avLst/>
            </a:prstGeom>
            <a:solidFill>
              <a:srgbClr val="A4804A"/>
            </a:solidFill>
            <a:ln>
              <a:noFill/>
            </a:ln>
          </p:spPr>
          <p:txBody>
            <a:bodyPr wrap="square">
              <a:noAutofit/>
            </a:bodyPr>
            <a:lstStyle/>
            <a:p>
              <a:pPr algn="ctr"/>
              <a:endParaRPr lang="en-US" sz="2000" dirty="0">
                <a:solidFill>
                  <a:srgbClr val="025A85"/>
                </a:solidFill>
                <a:latin typeface="+mj-lt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7FE6998-8823-C783-E7B7-2105DDD6227D}"/>
              </a:ext>
            </a:extLst>
          </p:cNvPr>
          <p:cNvGrpSpPr/>
          <p:nvPr/>
        </p:nvGrpSpPr>
        <p:grpSpPr>
          <a:xfrm>
            <a:off x="2979762" y="4013258"/>
            <a:ext cx="5924860" cy="1769542"/>
            <a:chOff x="6512586" y="2293139"/>
            <a:chExt cx="5924860" cy="176954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760CF42-1945-D757-72CF-5D8450B86B6E}"/>
                </a:ext>
              </a:extLst>
            </p:cNvPr>
            <p:cNvGrpSpPr/>
            <p:nvPr/>
          </p:nvGrpSpPr>
          <p:grpSpPr>
            <a:xfrm>
              <a:off x="6512586" y="2331722"/>
              <a:ext cx="2452860" cy="1730958"/>
              <a:chOff x="6267140" y="1897864"/>
              <a:chExt cx="2452860" cy="1730958"/>
            </a:xfrm>
          </p:grpSpPr>
          <p:pic>
            <p:nvPicPr>
              <p:cNvPr id="114" name="Picture 113" descr="A computer screen with a light bulb and a clock&#10;&#10;Description automatically generated">
                <a:extLst>
                  <a:ext uri="{FF2B5EF4-FFF2-40B4-BE49-F238E27FC236}">
                    <a16:creationId xmlns:a16="http://schemas.microsoft.com/office/drawing/2014/main" id="{10D163A7-A6BF-F535-C6FF-1025AB323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7770" y="1897864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175655D-79CF-28AC-6D9E-D16D70BD6638}"/>
                  </a:ext>
                </a:extLst>
              </p:cNvPr>
              <p:cNvSpPr txBox="1"/>
              <p:nvPr/>
            </p:nvSpPr>
            <p:spPr>
              <a:xfrm>
                <a:off x="6350570" y="3071819"/>
                <a:ext cx="2286000" cy="247730"/>
              </a:xfrm>
              <a:prstGeom prst="roundRect">
                <a:avLst>
                  <a:gd name="adj" fmla="val 50000"/>
                </a:avLst>
              </a:prstGeom>
              <a:solidFill>
                <a:srgbClr val="E4D9C9"/>
              </a:solidFill>
            </p:spPr>
            <p:txBody>
              <a:bodyPr wrap="square" lIns="91440" tIns="0" rIns="91440" bIns="0" anchor="ctr" anchorCtr="0">
                <a:noAutofit/>
              </a:bodyPr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Söhne"/>
                  </a:rPr>
                  <a:t>Simulated Annealing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4A2BC4D-3BBA-1D87-F277-FBDA748E5FAF}"/>
                  </a:ext>
                </a:extLst>
              </p:cNvPr>
              <p:cNvSpPr txBox="1"/>
              <p:nvPr/>
            </p:nvSpPr>
            <p:spPr>
              <a:xfrm>
                <a:off x="6267140" y="3382601"/>
                <a:ext cx="245286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344488" indent="-169863">
                  <a:buClr>
                    <a:srgbClr val="F8AF23"/>
                  </a:buClr>
                  <a:buBlip>
                    <a:blip r:embed="rId3"/>
                  </a:buBlip>
                </a:pPr>
                <a:r>
                  <a:rPr lang="en-US" sz="1600" b="1" dirty="0"/>
                  <a:t> Generate Solutions</a:t>
                </a: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7B90C3CC-BEEA-E489-AFCD-661DABF666B8}"/>
                </a:ext>
              </a:extLst>
            </p:cNvPr>
            <p:cNvGrpSpPr/>
            <p:nvPr/>
          </p:nvGrpSpPr>
          <p:grpSpPr>
            <a:xfrm>
              <a:off x="9744420" y="2293139"/>
              <a:ext cx="2693026" cy="1769542"/>
              <a:chOff x="9498974" y="1859281"/>
              <a:chExt cx="2693026" cy="1769542"/>
            </a:xfrm>
          </p:grpSpPr>
          <p:pic>
            <p:nvPicPr>
              <p:cNvPr id="111" name="Picture 110" descr="A computer with a brain and gears&#10;&#10;Description automatically generated with medium confidence">
                <a:extLst>
                  <a:ext uri="{FF2B5EF4-FFF2-40B4-BE49-F238E27FC236}">
                    <a16:creationId xmlns:a16="http://schemas.microsoft.com/office/drawing/2014/main" id="{DA73F39C-74DD-D873-A685-046519675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59687" y="1859281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2E59C31C-D06B-3EA2-1EEF-9796C95E88DF}"/>
                  </a:ext>
                </a:extLst>
              </p:cNvPr>
              <p:cNvSpPr txBox="1"/>
              <p:nvPr/>
            </p:nvSpPr>
            <p:spPr>
              <a:xfrm>
                <a:off x="9702487" y="3071819"/>
                <a:ext cx="2286000" cy="247730"/>
              </a:xfrm>
              <a:prstGeom prst="roundRect">
                <a:avLst>
                  <a:gd name="adj" fmla="val 50000"/>
                </a:avLst>
              </a:prstGeom>
              <a:solidFill>
                <a:srgbClr val="A4804A"/>
              </a:solidFill>
            </p:spPr>
            <p:txBody>
              <a:bodyPr wrap="square" lIns="91440" tIns="0" rIns="91440" bIns="0" anchor="ctr" anchorCtr="0">
                <a:noAutofit/>
              </a:bodyPr>
              <a:lstStyle/>
              <a:p>
                <a:pPr algn="ctr"/>
                <a:r>
                  <a:rPr lang="en-US" b="1" dirty="0">
                    <a:latin typeface="Söhne"/>
                  </a:rPr>
                  <a:t>Neural Network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0712BEB-B167-4F33-7FED-A114F1332655}"/>
                  </a:ext>
                </a:extLst>
              </p:cNvPr>
              <p:cNvSpPr txBox="1"/>
              <p:nvPr/>
            </p:nvSpPr>
            <p:spPr>
              <a:xfrm>
                <a:off x="9498974" y="3382602"/>
                <a:ext cx="269302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344488" indent="-169863">
                  <a:buClr>
                    <a:srgbClr val="F8AF23"/>
                  </a:buClr>
                  <a:buBlip>
                    <a:blip r:embed="rId3"/>
                  </a:buBlip>
                </a:pPr>
                <a:r>
                  <a:rPr lang="en-US" sz="1600" b="1" dirty="0"/>
                  <a:t> Predict Obj. functions </a:t>
                </a:r>
              </a:p>
            </p:txBody>
          </p:sp>
        </p:grpSp>
        <p:pic>
          <p:nvPicPr>
            <p:cNvPr id="110" name="Picture 109" descr="A blue arrows pointing to the left&#10;&#10;Description automatically generated">
              <a:extLst>
                <a:ext uri="{FF2B5EF4-FFF2-40B4-BE49-F238E27FC236}">
                  <a16:creationId xmlns:a16="http://schemas.microsoft.com/office/drawing/2014/main" id="{C06CD009-0DA5-8FFB-73AA-1B4EAD90D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2409" y="3274522"/>
              <a:ext cx="665047" cy="665047"/>
            </a:xfrm>
            <a:prstGeom prst="rect">
              <a:avLst/>
            </a:prstGeom>
          </p:spPr>
        </p:pic>
      </p:grpSp>
      <p:sp>
        <p:nvSpPr>
          <p:cNvPr id="118" name="Footer Placeholder 117">
            <a:extLst>
              <a:ext uri="{FF2B5EF4-FFF2-40B4-BE49-F238E27FC236}">
                <a16:creationId xmlns:a16="http://schemas.microsoft.com/office/drawing/2014/main" id="{A3001165-C2E5-5D0D-9767-C71FB948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119" name="Slide Number Placeholder 118">
            <a:extLst>
              <a:ext uri="{FF2B5EF4-FFF2-40B4-BE49-F238E27FC236}">
                <a16:creationId xmlns:a16="http://schemas.microsoft.com/office/drawing/2014/main" id="{46C94CD0-E306-8708-C845-0CAC25AF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8</a:t>
            </a:fld>
            <a:endParaRPr lang="en-US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DAF52EFB-64C4-BE21-C487-E5249094ED0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1059" y="1155295"/>
            <a:ext cx="10943268" cy="23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7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A552E86B-F9B5-97E2-A069-0CB65F045B4D}"/>
              </a:ext>
            </a:extLst>
          </p:cNvPr>
          <p:cNvSpPr/>
          <p:nvPr/>
        </p:nvSpPr>
        <p:spPr>
          <a:xfrm>
            <a:off x="-16380" y="1838520"/>
            <a:ext cx="12208380" cy="3180960"/>
          </a:xfrm>
          <a:prstGeom prst="rect">
            <a:avLst/>
          </a:prstGeom>
          <a:gradFill flip="none" rotWithShape="1">
            <a:gsLst>
              <a:gs pos="0">
                <a:srgbClr val="00ACB4">
                  <a:lumMod val="5000"/>
                  <a:lumOff val="95000"/>
                </a:srgbClr>
              </a:gs>
              <a:gs pos="85000">
                <a:srgbClr val="E4D9C9">
                  <a:alpha val="30000"/>
                  <a:lumMod val="20000"/>
                  <a:lumOff val="8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305AD-DD02-E398-5941-ED7E24A9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D13FC-71CB-2CDE-8C3A-DB7A269ADE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Key Metrics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B5E13D-F2FC-BC65-5CA0-CA3A4E2EFE71}"/>
              </a:ext>
            </a:extLst>
          </p:cNvPr>
          <p:cNvSpPr/>
          <p:nvPr/>
        </p:nvSpPr>
        <p:spPr>
          <a:xfrm rot="10800000" flipH="1" flipV="1">
            <a:off x="1645609" y="3406460"/>
            <a:ext cx="8202160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E0C7"/>
              </a:gs>
              <a:gs pos="100000">
                <a:srgbClr val="A4804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C1FA20-ECF5-BC3C-B7E2-7DC784F82AA2}"/>
              </a:ext>
            </a:extLst>
          </p:cNvPr>
          <p:cNvGrpSpPr/>
          <p:nvPr/>
        </p:nvGrpSpPr>
        <p:grpSpPr>
          <a:xfrm>
            <a:off x="1625990" y="3334496"/>
            <a:ext cx="196363" cy="196363"/>
            <a:chOff x="5129921" y="4664909"/>
            <a:chExt cx="137160" cy="137160"/>
          </a:xfrm>
        </p:grpSpPr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FBC115B7-540B-8DE8-0EAA-AE8C999FEAE5}"/>
                </a:ext>
              </a:extLst>
            </p:cNvPr>
            <p:cNvSpPr/>
            <p:nvPr/>
          </p:nvSpPr>
          <p:spPr>
            <a:xfrm flipV="1">
              <a:off x="5129921" y="4664909"/>
              <a:ext cx="137160" cy="137160"/>
            </a:xfrm>
            <a:prstGeom prst="diamond">
              <a:avLst/>
            </a:prstGeom>
            <a:gradFill flip="none" rotWithShape="1">
              <a:gsLst>
                <a:gs pos="46000">
                  <a:srgbClr val="00E0C7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Diamond 53">
              <a:extLst>
                <a:ext uri="{FF2B5EF4-FFF2-40B4-BE49-F238E27FC236}">
                  <a16:creationId xmlns:a16="http://schemas.microsoft.com/office/drawing/2014/main" id="{4E7029C0-8921-3D15-C953-62DCD76FEB57}"/>
                </a:ext>
              </a:extLst>
            </p:cNvPr>
            <p:cNvSpPr/>
            <p:nvPr/>
          </p:nvSpPr>
          <p:spPr>
            <a:xfrm flipV="1">
              <a:off x="5152781" y="4687769"/>
              <a:ext cx="91440" cy="91440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D83223-CCC5-38DE-557D-C03CF4C8B475}"/>
              </a:ext>
            </a:extLst>
          </p:cNvPr>
          <p:cNvGrpSpPr/>
          <p:nvPr/>
        </p:nvGrpSpPr>
        <p:grpSpPr>
          <a:xfrm>
            <a:off x="7669615" y="3334496"/>
            <a:ext cx="196363" cy="196363"/>
            <a:chOff x="5129921" y="4664909"/>
            <a:chExt cx="137160" cy="137160"/>
          </a:xfrm>
        </p:grpSpPr>
        <p:sp>
          <p:nvSpPr>
            <p:cNvPr id="41" name="Diamond 40">
              <a:extLst>
                <a:ext uri="{FF2B5EF4-FFF2-40B4-BE49-F238E27FC236}">
                  <a16:creationId xmlns:a16="http://schemas.microsoft.com/office/drawing/2014/main" id="{C7D148A9-0646-138B-7278-E41A5CAF613C}"/>
                </a:ext>
              </a:extLst>
            </p:cNvPr>
            <p:cNvSpPr/>
            <p:nvPr/>
          </p:nvSpPr>
          <p:spPr>
            <a:xfrm flipV="1">
              <a:off x="5129921" y="4664909"/>
              <a:ext cx="137160" cy="137160"/>
            </a:xfrm>
            <a:prstGeom prst="diamond">
              <a:avLst/>
            </a:prstGeom>
            <a:gradFill flip="none" rotWithShape="1">
              <a:gsLst>
                <a:gs pos="46000">
                  <a:srgbClr val="00E0C7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Diamond 41">
              <a:extLst>
                <a:ext uri="{FF2B5EF4-FFF2-40B4-BE49-F238E27FC236}">
                  <a16:creationId xmlns:a16="http://schemas.microsoft.com/office/drawing/2014/main" id="{4ED7DCE6-CA90-0DB9-3324-F793C6DCED7C}"/>
                </a:ext>
              </a:extLst>
            </p:cNvPr>
            <p:cNvSpPr/>
            <p:nvPr/>
          </p:nvSpPr>
          <p:spPr>
            <a:xfrm flipV="1">
              <a:off x="5152781" y="4687769"/>
              <a:ext cx="91440" cy="91440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443AB5B-F32E-75A2-869D-8689B77AC8CC}"/>
              </a:ext>
            </a:extLst>
          </p:cNvPr>
          <p:cNvGrpSpPr/>
          <p:nvPr/>
        </p:nvGrpSpPr>
        <p:grpSpPr>
          <a:xfrm>
            <a:off x="9684156" y="3334496"/>
            <a:ext cx="196363" cy="196363"/>
            <a:chOff x="5129921" y="4664909"/>
            <a:chExt cx="137160" cy="137160"/>
          </a:xfrm>
        </p:grpSpPr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325350E5-072F-D3F9-2A69-F89246928D47}"/>
                </a:ext>
              </a:extLst>
            </p:cNvPr>
            <p:cNvSpPr/>
            <p:nvPr/>
          </p:nvSpPr>
          <p:spPr>
            <a:xfrm flipV="1">
              <a:off x="5129921" y="4664909"/>
              <a:ext cx="137160" cy="137160"/>
            </a:xfrm>
            <a:prstGeom prst="diamond">
              <a:avLst/>
            </a:prstGeom>
            <a:gradFill flip="none" rotWithShape="1">
              <a:gsLst>
                <a:gs pos="46000">
                  <a:srgbClr val="00E0C7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Diamond 37">
              <a:extLst>
                <a:ext uri="{FF2B5EF4-FFF2-40B4-BE49-F238E27FC236}">
                  <a16:creationId xmlns:a16="http://schemas.microsoft.com/office/drawing/2014/main" id="{BA120BF0-F6D0-123A-0E6F-73DC9B7C8781}"/>
                </a:ext>
              </a:extLst>
            </p:cNvPr>
            <p:cNvSpPr/>
            <p:nvPr/>
          </p:nvSpPr>
          <p:spPr>
            <a:xfrm flipV="1">
              <a:off x="5152781" y="4687769"/>
              <a:ext cx="91440" cy="91440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F05DD4-C059-535F-0FD0-D4CDD95D26FC}"/>
              </a:ext>
            </a:extLst>
          </p:cNvPr>
          <p:cNvGrpSpPr/>
          <p:nvPr/>
        </p:nvGrpSpPr>
        <p:grpSpPr>
          <a:xfrm>
            <a:off x="1448126" y="2296687"/>
            <a:ext cx="1077284" cy="1520773"/>
            <a:chOff x="1834583" y="1878080"/>
            <a:chExt cx="1077284" cy="152077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F90B9D9-7276-FD7E-2BBF-C51C9639BE37}"/>
                </a:ext>
              </a:extLst>
            </p:cNvPr>
            <p:cNvSpPr/>
            <p:nvPr/>
          </p:nvSpPr>
          <p:spPr>
            <a:xfrm rot="10800000" flipV="1">
              <a:off x="1834583" y="2160197"/>
              <a:ext cx="552073" cy="38951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b="1" dirty="0">
                  <a:latin typeface="+mj-lt"/>
                </a:rPr>
                <a:t>TR</a:t>
              </a:r>
              <a:endParaRPr lang="en-US" dirty="0">
                <a:latin typeface="+mj-lt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87746F9-ECAD-7D06-E771-CE5BF0F5711C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2110613" y="2549710"/>
              <a:ext cx="6" cy="362806"/>
            </a:xfrm>
            <a:prstGeom prst="straightConnector1">
              <a:avLst/>
            </a:prstGeom>
            <a:ln cap="rnd">
              <a:gradFill>
                <a:gsLst>
                  <a:gs pos="0">
                    <a:srgbClr val="00E0C7"/>
                  </a:gs>
                  <a:gs pos="100000">
                    <a:srgbClr val="012C57"/>
                  </a:gs>
                </a:gsLst>
                <a:lin ang="5400000" scaled="1"/>
              </a:gradFill>
              <a:prstDash val="sysDot"/>
              <a:round/>
              <a:headEnd type="oval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01AC68E-06FC-A70C-EF9F-12D344172132}"/>
                </a:ext>
              </a:extLst>
            </p:cNvPr>
            <p:cNvSpPr/>
            <p:nvPr/>
          </p:nvSpPr>
          <p:spPr>
            <a:xfrm>
              <a:off x="2012431" y="2912518"/>
              <a:ext cx="196363" cy="19636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A173CE-4B17-FB85-DD0B-3E27CAE67696}"/>
                </a:ext>
              </a:extLst>
            </p:cNvPr>
            <p:cNvSpPr/>
            <p:nvPr/>
          </p:nvSpPr>
          <p:spPr>
            <a:xfrm rot="10800000" flipV="1">
              <a:off x="2068928" y="3214188"/>
              <a:ext cx="83356" cy="184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ACB4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21FD2F2-A3EA-EC7E-81EA-0A9902410F63}"/>
                </a:ext>
              </a:extLst>
            </p:cNvPr>
            <p:cNvSpPr/>
            <p:nvPr/>
          </p:nvSpPr>
          <p:spPr>
            <a:xfrm rot="10800000" flipV="1">
              <a:off x="1834583" y="1878080"/>
              <a:ext cx="1077284" cy="2462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Total Reward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124E786-DDFA-6FB0-D87A-AC0E360F5301}"/>
              </a:ext>
            </a:extLst>
          </p:cNvPr>
          <p:cNvGrpSpPr/>
          <p:nvPr/>
        </p:nvGrpSpPr>
        <p:grpSpPr>
          <a:xfrm>
            <a:off x="3419468" y="3035888"/>
            <a:ext cx="1433662" cy="1519965"/>
            <a:chOff x="4804231" y="2629847"/>
            <a:chExt cx="1433662" cy="151996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7E3561-91C3-9FA5-EBF4-00EA7AA3833F}"/>
                </a:ext>
              </a:extLst>
            </p:cNvPr>
            <p:cNvGrpSpPr/>
            <p:nvPr/>
          </p:nvGrpSpPr>
          <p:grpSpPr>
            <a:xfrm flipV="1">
              <a:off x="4835985" y="2629847"/>
              <a:ext cx="592918" cy="1238653"/>
              <a:chOff x="4029794" y="3362023"/>
              <a:chExt cx="414154" cy="86520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B6B2AE0-B52B-F505-545E-8238417A6463}"/>
                  </a:ext>
                </a:extLst>
              </p:cNvPr>
              <p:cNvSpPr/>
              <p:nvPr/>
            </p:nvSpPr>
            <p:spPr>
              <a:xfrm rot="10800000">
                <a:off x="4029794" y="3362023"/>
                <a:ext cx="414154" cy="27207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E0C7"/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91440" bIns="0" rtlCol="0" anchor="ctr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CR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0D184F5-5CAC-4B09-45D9-99006CE98ACA}"/>
                  </a:ext>
                </a:extLst>
              </p:cNvPr>
              <p:cNvCxnSpPr>
                <a:cxnSpLocks/>
                <a:stCxn id="21" idx="0"/>
                <a:endCxn id="23" idx="0"/>
              </p:cNvCxnSpPr>
              <p:nvPr/>
            </p:nvCxnSpPr>
            <p:spPr>
              <a:xfrm flipH="1">
                <a:off x="4236862" y="3634098"/>
                <a:ext cx="9" cy="253419"/>
              </a:xfrm>
              <a:prstGeom prst="straightConnector1">
                <a:avLst/>
              </a:prstGeom>
              <a:ln cap="rnd">
                <a:gradFill>
                  <a:gsLst>
                    <a:gs pos="0">
                      <a:srgbClr val="00E0C7"/>
                    </a:gs>
                    <a:gs pos="100000">
                      <a:srgbClr val="012C57"/>
                    </a:gs>
                  </a:gsLst>
                  <a:lin ang="5400000" scaled="1"/>
                </a:gradFill>
                <a:prstDash val="sysDot"/>
                <a:round/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C8C7B6E-0441-3830-D7EC-F6C1EE9F5657}"/>
                  </a:ext>
                </a:extLst>
              </p:cNvPr>
              <p:cNvSpPr/>
              <p:nvPr/>
            </p:nvSpPr>
            <p:spPr>
              <a:xfrm>
                <a:off x="4168282" y="3887517"/>
                <a:ext cx="137160" cy="1371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00E0C7"/>
                  </a:gs>
                  <a:gs pos="100000">
                    <a:srgbClr val="2A2A2C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203C86F-FE88-873A-F5A3-78BDAC2C0D8E}"/>
                  </a:ext>
                </a:extLst>
              </p:cNvPr>
              <p:cNvSpPr/>
              <p:nvPr/>
            </p:nvSpPr>
            <p:spPr>
              <a:xfrm rot="10800000">
                <a:off x="4207746" y="4098234"/>
                <a:ext cx="58224" cy="1289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ACB4"/>
                    </a:solidFill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E9F35BD-F898-3FCD-48A3-F960903F3885}"/>
                </a:ext>
              </a:extLst>
            </p:cNvPr>
            <p:cNvSpPr/>
            <p:nvPr/>
          </p:nvSpPr>
          <p:spPr>
            <a:xfrm rot="10800000" flipV="1">
              <a:off x="4804231" y="3903590"/>
              <a:ext cx="1433662" cy="2462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Coverage Ratio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E3D95A1-8522-A6E2-F585-21093E1DAFBE}"/>
              </a:ext>
            </a:extLst>
          </p:cNvPr>
          <p:cNvGrpSpPr/>
          <p:nvPr/>
        </p:nvGrpSpPr>
        <p:grpSpPr>
          <a:xfrm>
            <a:off x="5475290" y="2296687"/>
            <a:ext cx="1179747" cy="1520773"/>
            <a:chOff x="1826764" y="1878080"/>
            <a:chExt cx="1179747" cy="152077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B7E3B46-1C26-4125-722E-213CE0C03447}"/>
                </a:ext>
              </a:extLst>
            </p:cNvPr>
            <p:cNvSpPr/>
            <p:nvPr/>
          </p:nvSpPr>
          <p:spPr>
            <a:xfrm rot="10800000" flipV="1">
              <a:off x="1826764" y="2160197"/>
              <a:ext cx="567712" cy="38951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b="1" dirty="0">
                  <a:latin typeface="+mj-lt"/>
                </a:rPr>
                <a:t>TD</a:t>
              </a:r>
              <a:endParaRPr lang="en-US" dirty="0">
                <a:latin typeface="+mj-lt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CA84906-E853-706E-8ACE-7DF62CFA2F9F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>
              <a:off x="2110613" y="2549710"/>
              <a:ext cx="7" cy="362806"/>
            </a:xfrm>
            <a:prstGeom prst="straightConnector1">
              <a:avLst/>
            </a:prstGeom>
            <a:ln cap="rnd">
              <a:gradFill>
                <a:gsLst>
                  <a:gs pos="0">
                    <a:srgbClr val="00E0C7"/>
                  </a:gs>
                  <a:gs pos="100000">
                    <a:srgbClr val="012C57"/>
                  </a:gs>
                </a:gsLst>
                <a:lin ang="5400000" scaled="1"/>
              </a:gradFill>
              <a:prstDash val="sysDot"/>
              <a:round/>
              <a:headEnd type="oval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6CB005E-AF0A-0236-45C2-36D088787099}"/>
                </a:ext>
              </a:extLst>
            </p:cNvPr>
            <p:cNvSpPr/>
            <p:nvPr/>
          </p:nvSpPr>
          <p:spPr>
            <a:xfrm>
              <a:off x="2012431" y="2912518"/>
              <a:ext cx="196363" cy="19636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2AC123-18BD-A738-B968-2A88088F1BED}"/>
                </a:ext>
              </a:extLst>
            </p:cNvPr>
            <p:cNvSpPr/>
            <p:nvPr/>
          </p:nvSpPr>
          <p:spPr>
            <a:xfrm rot="10800000" flipV="1">
              <a:off x="2068928" y="3214188"/>
              <a:ext cx="83356" cy="184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ACB4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55AE3A4-E62F-66F0-6570-B436CB5C940E}"/>
                </a:ext>
              </a:extLst>
            </p:cNvPr>
            <p:cNvSpPr/>
            <p:nvPr/>
          </p:nvSpPr>
          <p:spPr>
            <a:xfrm rot="10800000" flipV="1">
              <a:off x="1826764" y="1878080"/>
              <a:ext cx="1179747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Total Distance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00F3D93-F97B-1D71-94E9-710038106699}"/>
              </a:ext>
            </a:extLst>
          </p:cNvPr>
          <p:cNvGrpSpPr/>
          <p:nvPr/>
        </p:nvGrpSpPr>
        <p:grpSpPr>
          <a:xfrm>
            <a:off x="7362573" y="3035889"/>
            <a:ext cx="2212597" cy="1525425"/>
            <a:chOff x="4712359" y="2629847"/>
            <a:chExt cx="2212597" cy="152542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5F5ED59-5D59-8592-C0AA-47D68B819C1C}"/>
                </a:ext>
              </a:extLst>
            </p:cNvPr>
            <p:cNvGrpSpPr/>
            <p:nvPr/>
          </p:nvGrpSpPr>
          <p:grpSpPr>
            <a:xfrm flipV="1">
              <a:off x="4712359" y="2629847"/>
              <a:ext cx="840154" cy="1238653"/>
              <a:chOff x="3943450" y="3362023"/>
              <a:chExt cx="586850" cy="865200"/>
            </a:xfrm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64582AA7-F911-351B-F840-97D6BE97E69E}"/>
                  </a:ext>
                </a:extLst>
              </p:cNvPr>
              <p:cNvSpPr/>
              <p:nvPr/>
            </p:nvSpPr>
            <p:spPr>
              <a:xfrm rot="10800000">
                <a:off x="3943450" y="3362023"/>
                <a:ext cx="586850" cy="27207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A4804A"/>
                  </a:gs>
                  <a:gs pos="100000">
                    <a:schemeClr val="tx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91440" bIns="0" rtlCol="0" anchor="ctr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TTOC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EF5E3CD4-48F3-95BA-B318-3F116559F440}"/>
                  </a:ext>
                </a:extLst>
              </p:cNvPr>
              <p:cNvCxnSpPr>
                <a:cxnSpLocks/>
                <a:stCxn id="69" idx="0"/>
                <a:endCxn id="71" idx="0"/>
              </p:cNvCxnSpPr>
              <p:nvPr/>
            </p:nvCxnSpPr>
            <p:spPr>
              <a:xfrm flipH="1">
                <a:off x="4236862" y="3634098"/>
                <a:ext cx="10" cy="253419"/>
              </a:xfrm>
              <a:prstGeom prst="straightConnector1">
                <a:avLst/>
              </a:prstGeom>
              <a:ln cap="rnd">
                <a:gradFill>
                  <a:gsLst>
                    <a:gs pos="0">
                      <a:srgbClr val="A4804A"/>
                    </a:gs>
                    <a:gs pos="100000">
                      <a:srgbClr val="012C57"/>
                    </a:gs>
                  </a:gsLst>
                  <a:lin ang="5400000" scaled="1"/>
                </a:gradFill>
                <a:prstDash val="sysDot"/>
                <a:round/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E50EBE91-73EB-5097-E5B8-DB9EAC43381F}"/>
                  </a:ext>
                </a:extLst>
              </p:cNvPr>
              <p:cNvSpPr/>
              <p:nvPr/>
            </p:nvSpPr>
            <p:spPr>
              <a:xfrm>
                <a:off x="4168282" y="3887517"/>
                <a:ext cx="137160" cy="1371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A4804A"/>
                  </a:gs>
                  <a:gs pos="100000">
                    <a:srgbClr val="2A2A2C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B476682-F923-1BFE-9528-D1D736646CDA}"/>
                  </a:ext>
                </a:extLst>
              </p:cNvPr>
              <p:cNvSpPr/>
              <p:nvPr/>
            </p:nvSpPr>
            <p:spPr>
              <a:xfrm rot="10800000">
                <a:off x="4207746" y="4098234"/>
                <a:ext cx="58224" cy="12898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A4804A"/>
                    </a:solidFill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6BE2FB3-E0FB-F05D-7DA9-24EC66A7A5B6}"/>
                </a:ext>
              </a:extLst>
            </p:cNvPr>
            <p:cNvSpPr/>
            <p:nvPr/>
          </p:nvSpPr>
          <p:spPr>
            <a:xfrm rot="10800000" flipV="1">
              <a:off x="4712363" y="3909051"/>
              <a:ext cx="2212593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Total Time Out of Charge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879246-D5D1-DE18-0DCA-0E4D30DD3EFD}"/>
              </a:ext>
            </a:extLst>
          </p:cNvPr>
          <p:cNvGrpSpPr/>
          <p:nvPr/>
        </p:nvGrpSpPr>
        <p:grpSpPr>
          <a:xfrm>
            <a:off x="9339598" y="2296687"/>
            <a:ext cx="2341795" cy="1521792"/>
            <a:chOff x="1671043" y="1877061"/>
            <a:chExt cx="2341795" cy="1521792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F7456AD1-82BD-97B2-5DEF-EFA8AD9AA77A}"/>
                </a:ext>
              </a:extLst>
            </p:cNvPr>
            <p:cNvSpPr/>
            <p:nvPr/>
          </p:nvSpPr>
          <p:spPr>
            <a:xfrm rot="10800000" flipV="1">
              <a:off x="1671043" y="2160197"/>
              <a:ext cx="879154" cy="38951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4804A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b="1" dirty="0">
                  <a:latin typeface="+mj-lt"/>
                </a:rPr>
                <a:t>TTWV</a:t>
              </a:r>
              <a:endParaRPr lang="en-US" dirty="0">
                <a:latin typeface="+mj-lt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85CB1E6-56DE-DF96-BB47-7428FD3A27A1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 flipH="1">
              <a:off x="2110613" y="2549710"/>
              <a:ext cx="7" cy="362806"/>
            </a:xfrm>
            <a:prstGeom prst="straightConnector1">
              <a:avLst/>
            </a:prstGeom>
            <a:ln cap="rnd">
              <a:gradFill>
                <a:gsLst>
                  <a:gs pos="0">
                    <a:srgbClr val="A4804A"/>
                  </a:gs>
                  <a:gs pos="100000">
                    <a:srgbClr val="012C57"/>
                  </a:gs>
                </a:gsLst>
                <a:lin ang="5400000" scaled="1"/>
              </a:gradFill>
              <a:prstDash val="sysDot"/>
              <a:round/>
              <a:headEnd type="oval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73C1A08-96AE-3900-C43D-BB8CA93E0D86}"/>
                </a:ext>
              </a:extLst>
            </p:cNvPr>
            <p:cNvSpPr/>
            <p:nvPr/>
          </p:nvSpPr>
          <p:spPr>
            <a:xfrm>
              <a:off x="2012431" y="2912518"/>
              <a:ext cx="196363" cy="19636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4804A"/>
                </a:gs>
                <a:gs pos="100000">
                  <a:srgbClr val="2A2A2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EC581A1-CD0C-05D3-A747-B34D73C978B8}"/>
                </a:ext>
              </a:extLst>
            </p:cNvPr>
            <p:cNvSpPr/>
            <p:nvPr/>
          </p:nvSpPr>
          <p:spPr>
            <a:xfrm rot="10800000" flipV="1">
              <a:off x="2072265" y="3214188"/>
              <a:ext cx="83356" cy="184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A4804A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FF60A60-5080-5CD4-4880-3FF29D7EE6E6}"/>
                </a:ext>
              </a:extLst>
            </p:cNvPr>
            <p:cNvSpPr/>
            <p:nvPr/>
          </p:nvSpPr>
          <p:spPr>
            <a:xfrm rot="10800000" flipV="1">
              <a:off x="1671043" y="1877061"/>
              <a:ext cx="2341795" cy="2462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+mj-lt"/>
                </a:rPr>
                <a:t>Total Time Window Violation</a:t>
              </a:r>
            </a:p>
          </p:txBody>
        </p:sp>
      </p:grpSp>
      <p:sp>
        <p:nvSpPr>
          <p:cNvPr id="82" name="Footer Placeholder 81">
            <a:extLst>
              <a:ext uri="{FF2B5EF4-FFF2-40B4-BE49-F238E27FC236}">
                <a16:creationId xmlns:a16="http://schemas.microsoft.com/office/drawing/2014/main" id="{DD4F310B-8242-9918-43B1-B6B7CCEA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581F0561-A027-B4BB-A5E1-2A41EB40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0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11E0-9CFD-CFE3-EFCE-B64D3CB4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1957-335C-5B26-28F1-5A3D65AF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Approaches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D586B-70A3-243A-6586-B3B497A974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Metamodel</a:t>
            </a:r>
          </a:p>
        </p:txBody>
      </p:sp>
      <p:sp>
        <p:nvSpPr>
          <p:cNvPr id="118" name="Footer Placeholder 117">
            <a:extLst>
              <a:ext uri="{FF2B5EF4-FFF2-40B4-BE49-F238E27FC236}">
                <a16:creationId xmlns:a16="http://schemas.microsoft.com/office/drawing/2014/main" id="{94A008F3-BD4F-F33E-D53E-043885A1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119" name="Slide Number Placeholder 118">
            <a:extLst>
              <a:ext uri="{FF2B5EF4-FFF2-40B4-BE49-F238E27FC236}">
                <a16:creationId xmlns:a16="http://schemas.microsoft.com/office/drawing/2014/main" id="{C23F075C-EB93-D910-AE4E-0C3931BD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FD5D82-508E-9318-DBCF-EAB9816A5FD7}"/>
              </a:ext>
            </a:extLst>
          </p:cNvPr>
          <p:cNvGrpSpPr/>
          <p:nvPr/>
        </p:nvGrpSpPr>
        <p:grpSpPr>
          <a:xfrm>
            <a:off x="4377520" y="1788835"/>
            <a:ext cx="3436961" cy="3436961"/>
            <a:chOff x="4377520" y="1788835"/>
            <a:chExt cx="3436961" cy="3436961"/>
          </a:xfrm>
        </p:grpSpPr>
        <p:pic>
          <p:nvPicPr>
            <p:cNvPr id="10" name="Picture 9" descr="A blue and green network&#10;&#10;Description automatically generated with medium confidence">
              <a:extLst>
                <a:ext uri="{FF2B5EF4-FFF2-40B4-BE49-F238E27FC236}">
                  <a16:creationId xmlns:a16="http://schemas.microsoft.com/office/drawing/2014/main" id="{7419E851-3621-8865-79DC-4ED91513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7520" y="1788835"/>
              <a:ext cx="3436961" cy="343696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46D2D-42C3-2D2B-6092-EDB5B3EA7C0E}"/>
                </a:ext>
              </a:extLst>
            </p:cNvPr>
            <p:cNvSpPr txBox="1"/>
            <p:nvPr/>
          </p:nvSpPr>
          <p:spPr>
            <a:xfrm>
              <a:off x="4495800" y="1788835"/>
              <a:ext cx="3200400" cy="247730"/>
            </a:xfrm>
            <a:prstGeom prst="roundRect">
              <a:avLst>
                <a:gd name="adj" fmla="val 50000"/>
              </a:avLst>
            </a:prstGeom>
            <a:solidFill>
              <a:srgbClr val="0072FE"/>
            </a:solidFill>
          </p:spPr>
          <p:txBody>
            <a:bodyPr wrap="square" lIns="91440" tIns="0" rIns="91440" bIns="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öhne"/>
                </a:rPr>
                <a:t>Feed Forward Neural Network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DF610C-AB88-4058-C801-0E7994EEF5B1}"/>
              </a:ext>
            </a:extLst>
          </p:cNvPr>
          <p:cNvGrpSpPr/>
          <p:nvPr/>
        </p:nvGrpSpPr>
        <p:grpSpPr>
          <a:xfrm>
            <a:off x="470701" y="3179226"/>
            <a:ext cx="4075912" cy="808860"/>
            <a:chOff x="909958" y="3147793"/>
            <a:chExt cx="4075912" cy="80886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CF54602-800D-ABC4-191E-AC8BF86B2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958" y="3156634"/>
              <a:ext cx="3467100" cy="19050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F900858-6E96-9DD3-7AA0-4F7BDAB2818D}"/>
                </a:ext>
              </a:extLst>
            </p:cNvPr>
            <p:cNvGrpSpPr/>
            <p:nvPr/>
          </p:nvGrpSpPr>
          <p:grpSpPr>
            <a:xfrm>
              <a:off x="4363178" y="3147793"/>
              <a:ext cx="622692" cy="208183"/>
              <a:chOff x="2091011" y="2922776"/>
              <a:chExt cx="1989766" cy="66523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0AAA69F7-EF3B-1C2B-5EAF-46E616F421B4}"/>
                  </a:ext>
                </a:extLst>
              </p:cNvPr>
              <p:cNvSpPr/>
              <p:nvPr/>
            </p:nvSpPr>
            <p:spPr>
              <a:xfrm>
                <a:off x="2091011" y="2922776"/>
                <a:ext cx="1989766" cy="665234"/>
              </a:xfrm>
              <a:prstGeom prst="roundRect">
                <a:avLst>
                  <a:gd name="adj" fmla="val 50000"/>
                </a:avLst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1</a:t>
                </a:r>
              </a:p>
            </p:txBody>
          </p:sp>
          <p:pic>
            <p:nvPicPr>
              <p:cNvPr id="23" name="Picture 22" descr="A white circle with circles and a center&#10;&#10;Description automatically generated with medium confidence">
                <a:extLst>
                  <a:ext uri="{FF2B5EF4-FFF2-40B4-BE49-F238E27FC236}">
                    <a16:creationId xmlns:a16="http://schemas.microsoft.com/office/drawing/2014/main" id="{463E1CAC-7542-8B63-19FE-6CA254216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0679" y="3036249"/>
                <a:ext cx="438285" cy="438285"/>
              </a:xfrm>
              <a:prstGeom prst="rect">
                <a:avLst/>
              </a:prstGeom>
            </p:spPr>
          </p:pic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EF1B41A-8752-86BC-E1CC-2A72D65A6303}"/>
                </a:ext>
              </a:extLst>
            </p:cNvPr>
            <p:cNvSpPr/>
            <p:nvPr/>
          </p:nvSpPr>
          <p:spPr>
            <a:xfrm>
              <a:off x="909958" y="3147793"/>
              <a:ext cx="3777400" cy="208183"/>
            </a:xfrm>
            <a:prstGeom prst="roundRect">
              <a:avLst>
                <a:gd name="adj" fmla="val 50000"/>
              </a:avLst>
            </a:prstGeom>
            <a:solidFill>
              <a:srgbClr val="012C57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DBB0192-FDE5-B6B5-1CE0-FF2820174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1120" y="3456972"/>
              <a:ext cx="2838450" cy="190500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59FB909-A4C9-A04E-190F-77E44BA0113D}"/>
                </a:ext>
              </a:extLst>
            </p:cNvPr>
            <p:cNvGrpSpPr/>
            <p:nvPr/>
          </p:nvGrpSpPr>
          <p:grpSpPr>
            <a:xfrm>
              <a:off x="4363178" y="3448131"/>
              <a:ext cx="622692" cy="208183"/>
              <a:chOff x="2091011" y="2922776"/>
              <a:chExt cx="1989766" cy="665234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A51D0850-45E1-E120-9017-BCE170C6E3EB}"/>
                  </a:ext>
                </a:extLst>
              </p:cNvPr>
              <p:cNvSpPr/>
              <p:nvPr/>
            </p:nvSpPr>
            <p:spPr>
              <a:xfrm>
                <a:off x="2091011" y="2922776"/>
                <a:ext cx="1989766" cy="665234"/>
              </a:xfrm>
              <a:prstGeom prst="roundRect">
                <a:avLst>
                  <a:gd name="adj" fmla="val 50000"/>
                </a:avLst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2</a:t>
                </a:r>
              </a:p>
            </p:txBody>
          </p:sp>
          <p:pic>
            <p:nvPicPr>
              <p:cNvPr id="34" name="Picture 33" descr="A white circle with circles and a center&#10;&#10;Description automatically generated with medium confidence">
                <a:extLst>
                  <a:ext uri="{FF2B5EF4-FFF2-40B4-BE49-F238E27FC236}">
                    <a16:creationId xmlns:a16="http://schemas.microsoft.com/office/drawing/2014/main" id="{DE896423-BA2E-1178-6F18-A988D26C6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0679" y="3036249"/>
                <a:ext cx="438285" cy="438285"/>
              </a:xfrm>
              <a:prstGeom prst="rect">
                <a:avLst/>
              </a:prstGeom>
            </p:spPr>
          </p:pic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ABAC334-8E36-28D6-535C-6D77B07ACF77}"/>
                </a:ext>
              </a:extLst>
            </p:cNvPr>
            <p:cNvSpPr/>
            <p:nvPr/>
          </p:nvSpPr>
          <p:spPr>
            <a:xfrm>
              <a:off x="1561120" y="3448131"/>
              <a:ext cx="3148055" cy="208183"/>
            </a:xfrm>
            <a:prstGeom prst="roundRect">
              <a:avLst>
                <a:gd name="adj" fmla="val 50000"/>
              </a:avLst>
            </a:prstGeom>
            <a:solidFill>
              <a:srgbClr val="012C57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DED28F1-340A-CA88-0F33-F66597C67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3193" y="3757311"/>
              <a:ext cx="3152775" cy="190500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0B829E7-EC04-65A1-1A97-709D1B54E7EB}"/>
                </a:ext>
              </a:extLst>
            </p:cNvPr>
            <p:cNvGrpSpPr/>
            <p:nvPr/>
          </p:nvGrpSpPr>
          <p:grpSpPr>
            <a:xfrm>
              <a:off x="4363178" y="3748470"/>
              <a:ext cx="622692" cy="208183"/>
              <a:chOff x="2091011" y="2922776"/>
              <a:chExt cx="1989766" cy="665234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6C8D90DD-F092-E856-15D1-8AA387BA88AB}"/>
                  </a:ext>
                </a:extLst>
              </p:cNvPr>
              <p:cNvSpPr/>
              <p:nvPr/>
            </p:nvSpPr>
            <p:spPr>
              <a:xfrm>
                <a:off x="2091011" y="2922776"/>
                <a:ext cx="1989766" cy="665234"/>
              </a:xfrm>
              <a:prstGeom prst="roundRect">
                <a:avLst>
                  <a:gd name="adj" fmla="val 50000"/>
                </a:avLst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3</a:t>
                </a:r>
              </a:p>
            </p:txBody>
          </p:sp>
          <p:pic>
            <p:nvPicPr>
              <p:cNvPr id="44" name="Picture 43" descr="A white circle with circles and a center&#10;&#10;Description automatically generated with medium confidence">
                <a:extLst>
                  <a:ext uri="{FF2B5EF4-FFF2-40B4-BE49-F238E27FC236}">
                    <a16:creationId xmlns:a16="http://schemas.microsoft.com/office/drawing/2014/main" id="{4DF791FE-B6EA-F74C-B5B4-E98AC5ADB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0679" y="3036249"/>
                <a:ext cx="438285" cy="438285"/>
              </a:xfrm>
              <a:prstGeom prst="rect">
                <a:avLst/>
              </a:prstGeom>
            </p:spPr>
          </p:pic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B227454-930E-88FB-C48C-C602F3855C08}"/>
                </a:ext>
              </a:extLst>
            </p:cNvPr>
            <p:cNvSpPr/>
            <p:nvPr/>
          </p:nvSpPr>
          <p:spPr>
            <a:xfrm>
              <a:off x="1173193" y="3748470"/>
              <a:ext cx="3513627" cy="208183"/>
            </a:xfrm>
            <a:prstGeom prst="roundRect">
              <a:avLst>
                <a:gd name="adj" fmla="val 50000"/>
              </a:avLst>
            </a:prstGeom>
            <a:solidFill>
              <a:srgbClr val="012C57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E89B10-4FA4-DA86-7C70-1C06AAF9EDF8}"/>
              </a:ext>
            </a:extLst>
          </p:cNvPr>
          <p:cNvGrpSpPr/>
          <p:nvPr/>
        </p:nvGrpSpPr>
        <p:grpSpPr>
          <a:xfrm flipH="1">
            <a:off x="7427710" y="3349049"/>
            <a:ext cx="2113054" cy="301752"/>
            <a:chOff x="2706490" y="2894766"/>
            <a:chExt cx="2113054" cy="301752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D0E83D05-7F9D-7D4C-EA02-756911E3C2EC}"/>
                </a:ext>
              </a:extLst>
            </p:cNvPr>
            <p:cNvSpPr/>
            <p:nvPr/>
          </p:nvSpPr>
          <p:spPr>
            <a:xfrm rot="10800000" flipV="1">
              <a:off x="2706490" y="2915887"/>
              <a:ext cx="1786769" cy="2595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C00000"/>
                </a:gs>
                <a:gs pos="100000">
                  <a:srgbClr val="012C5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5888"/>
              <a:r>
                <a:rPr lang="en-US" sz="1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KPIs</a:t>
              </a:r>
              <a:endParaRPr lang="en-US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EDD9B2A-DBA1-4140-A30E-5E900F0934F2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EF5AE5F-F0A5-AC21-2787-AF212C520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3259" y="3045642"/>
              <a:ext cx="280566" cy="0"/>
            </a:xfrm>
            <a:prstGeom prst="straightConnector1">
              <a:avLst/>
            </a:prstGeom>
            <a:ln cap="rnd">
              <a:gradFill flip="none" rotWithShape="1">
                <a:gsLst>
                  <a:gs pos="0">
                    <a:schemeClr val="tx1"/>
                  </a:gs>
                  <a:gs pos="100000">
                    <a:srgbClr val="7C7965"/>
                  </a:gs>
                </a:gsLst>
                <a:lin ang="0" scaled="1"/>
                <a:tileRect/>
              </a:gradFill>
              <a:prstDash val="sysDot"/>
              <a:round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70491296-DBB0-F17C-F95B-2BE64F1C5135}"/>
                </a:ext>
              </a:extLst>
            </p:cNvPr>
            <p:cNvSpPr/>
            <p:nvPr/>
          </p:nvSpPr>
          <p:spPr>
            <a:xfrm rot="10800000" flipH="1" flipV="1">
              <a:off x="4773825" y="2894766"/>
              <a:ext cx="45719" cy="30175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6F6C5A"/>
                </a:gs>
                <a:gs pos="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0513886-75C3-3BDD-D45E-CD6C81C61B48}"/>
              </a:ext>
            </a:extLst>
          </p:cNvPr>
          <p:cNvSpPr/>
          <p:nvPr/>
        </p:nvSpPr>
        <p:spPr>
          <a:xfrm rot="10800000" flipV="1">
            <a:off x="4715707" y="3116972"/>
            <a:ext cx="45719" cy="914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6F6C5A"/>
              </a:gs>
              <a:gs pos="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5F949DE-31AB-74E9-6E96-2D37843FC87F}"/>
              </a:ext>
            </a:extLst>
          </p:cNvPr>
          <p:cNvCxnSpPr>
            <a:cxnSpLocks/>
            <a:stCxn id="92" idx="3"/>
            <a:endCxn id="33" idx="3"/>
          </p:cNvCxnSpPr>
          <p:nvPr/>
        </p:nvCxnSpPr>
        <p:spPr>
          <a:xfrm flipH="1">
            <a:off x="4546613" y="3574172"/>
            <a:ext cx="169094" cy="9484"/>
          </a:xfrm>
          <a:prstGeom prst="straightConnector1">
            <a:avLst/>
          </a:prstGeom>
          <a:ln cap="rnd">
            <a:gradFill flip="none" rotWithShape="1">
              <a:gsLst>
                <a:gs pos="0">
                  <a:schemeClr val="tx1"/>
                </a:gs>
                <a:gs pos="100000">
                  <a:srgbClr val="7C7965"/>
                </a:gs>
              </a:gsLst>
              <a:lin ang="0" scaled="1"/>
              <a:tileRect/>
            </a:gradFill>
            <a:prstDash val="sysDot"/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74F2A3E-0C20-FC8B-63FC-640E9A6F753F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4546613" y="3283318"/>
            <a:ext cx="140392" cy="283533"/>
          </a:xfrm>
          <a:prstGeom prst="straightConnector1">
            <a:avLst/>
          </a:prstGeom>
          <a:ln cap="rnd">
            <a:gradFill flip="none" rotWithShape="1">
              <a:gsLst>
                <a:gs pos="0">
                  <a:schemeClr val="tx1"/>
                </a:gs>
                <a:gs pos="100000">
                  <a:srgbClr val="7C7965"/>
                </a:gs>
              </a:gsLst>
              <a:lin ang="0" scaled="1"/>
              <a:tileRect/>
            </a:gradFill>
            <a:prstDash val="sysDot"/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742FE7E-334E-0478-DFF3-08C95B65364D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4546613" y="3566851"/>
            <a:ext cx="139854" cy="317144"/>
          </a:xfrm>
          <a:prstGeom prst="straightConnector1">
            <a:avLst/>
          </a:prstGeom>
          <a:ln cap="rnd">
            <a:gradFill flip="none" rotWithShape="1">
              <a:gsLst>
                <a:gs pos="0">
                  <a:schemeClr val="tx1"/>
                </a:gs>
                <a:gs pos="100000">
                  <a:srgbClr val="7C7965"/>
                </a:gs>
              </a:gsLst>
              <a:lin ang="0" scaled="1"/>
              <a:tileRect/>
            </a:gradFill>
            <a:prstDash val="sysDot"/>
            <a:round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9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CC917C-A416-44A5-D575-42B26C30B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dirty="0"/>
              <a:t>Experiment</a:t>
            </a:r>
            <a:br>
              <a:rPr lang="en-US" sz="4000" dirty="0"/>
            </a:br>
            <a:r>
              <a:rPr lang="en-US" sz="4000" dirty="0">
                <a:solidFill>
                  <a:srgbClr val="00ACB4"/>
                </a:solidFill>
              </a:rPr>
              <a:t>Results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29E3B6-817B-D376-7CBC-3D9F351B2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 descr="A blue drone flying in the sky&#10;&#10;Description automatically generated">
            <a:extLst>
              <a:ext uri="{FF2B5EF4-FFF2-40B4-BE49-F238E27FC236}">
                <a16:creationId xmlns:a16="http://schemas.microsoft.com/office/drawing/2014/main" id="{AA5AAE3D-A866-0508-1780-8A991A1EA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84" y="971160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7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AAE5A8-934F-0CC6-2720-4E476CA4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96AE51-5773-87E0-4333-17847DAAE18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86" name="Footer Placeholder 85">
            <a:extLst>
              <a:ext uri="{FF2B5EF4-FFF2-40B4-BE49-F238E27FC236}">
                <a16:creationId xmlns:a16="http://schemas.microsoft.com/office/drawing/2014/main" id="{4671CE69-7BD9-10D1-45C8-2BBCA813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87" name="Slide Number Placeholder 86">
            <a:extLst>
              <a:ext uri="{FF2B5EF4-FFF2-40B4-BE49-F238E27FC236}">
                <a16:creationId xmlns:a16="http://schemas.microsoft.com/office/drawing/2014/main" id="{448AF382-0CD1-5D5E-A28F-265A1348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12</a:t>
            </a:fld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3A96EE0-A72A-BF6D-DC6F-BFAFF5A9B190}"/>
              </a:ext>
            </a:extLst>
          </p:cNvPr>
          <p:cNvGrpSpPr/>
          <p:nvPr/>
        </p:nvGrpSpPr>
        <p:grpSpPr>
          <a:xfrm>
            <a:off x="4255142" y="1713050"/>
            <a:ext cx="3681716" cy="3189789"/>
            <a:chOff x="4255142" y="1713050"/>
            <a:chExt cx="3681716" cy="3189789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E67D9A4-37AD-D62C-8841-B557402576BA}"/>
                </a:ext>
              </a:extLst>
            </p:cNvPr>
            <p:cNvGrpSpPr/>
            <p:nvPr/>
          </p:nvGrpSpPr>
          <p:grpSpPr>
            <a:xfrm>
              <a:off x="4255142" y="1713050"/>
              <a:ext cx="3681716" cy="3189789"/>
              <a:chOff x="3756966" y="1713050"/>
              <a:chExt cx="3681716" cy="3189789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8EC56566-02CE-1243-286D-4F9D15397A78}"/>
                  </a:ext>
                </a:extLst>
              </p:cNvPr>
              <p:cNvGrpSpPr/>
              <p:nvPr/>
            </p:nvGrpSpPr>
            <p:grpSpPr>
              <a:xfrm>
                <a:off x="3756966" y="1713050"/>
                <a:ext cx="3681716" cy="3189789"/>
                <a:chOff x="2173066" y="1089643"/>
                <a:chExt cx="10369300" cy="2377759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93ADC84F-A419-CC26-2F1B-735F01F46A90}"/>
                    </a:ext>
                  </a:extLst>
                </p:cNvPr>
                <p:cNvGrpSpPr/>
                <p:nvPr/>
              </p:nvGrpSpPr>
              <p:grpSpPr>
                <a:xfrm>
                  <a:off x="2173068" y="1137074"/>
                  <a:ext cx="10369298" cy="2330328"/>
                  <a:chOff x="909373" y="1452698"/>
                  <a:chExt cx="10369298" cy="233032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9C62708-6602-CA6C-A6A2-ECCC7217F47B}"/>
                      </a:ext>
                    </a:extLst>
                  </p:cNvPr>
                  <p:cNvSpPr/>
                  <p:nvPr/>
                </p:nvSpPr>
                <p:spPr>
                  <a:xfrm>
                    <a:off x="909375" y="1452700"/>
                    <a:ext cx="10369296" cy="233032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E4D9C9"/>
                      </a:gs>
                      <a:gs pos="85000">
                        <a:schemeClr val="tx1">
                          <a:alpha val="90000"/>
                          <a:lumMod val="5000"/>
                          <a:lumOff val="9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 dirty="0"/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15C03A36-3318-90C8-F87C-BEACBEE5006E}"/>
                      </a:ext>
                    </a:extLst>
                  </p:cNvPr>
                  <p:cNvSpPr/>
                  <p:nvPr/>
                </p:nvSpPr>
                <p:spPr>
                  <a:xfrm>
                    <a:off x="909373" y="1452698"/>
                    <a:ext cx="10369298" cy="164942"/>
                  </a:xfrm>
                  <a:prstGeom prst="rect">
                    <a:avLst/>
                  </a:prstGeom>
                  <a:gradFill flip="none" rotWithShape="1">
                    <a:gsLst>
                      <a:gs pos="46000">
                        <a:srgbClr val="A4804A"/>
                      </a:gs>
                      <a:gs pos="100000">
                        <a:srgbClr val="2A2A2C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 dirty="0"/>
                  </a:p>
                </p:txBody>
              </p:sp>
            </p:grp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5FDD51D6-F1DB-D45A-D369-CEB90C6988ED}"/>
                    </a:ext>
                  </a:extLst>
                </p:cNvPr>
                <p:cNvSpPr txBox="1"/>
                <p:nvPr/>
              </p:nvSpPr>
              <p:spPr>
                <a:xfrm>
                  <a:off x="2173066" y="1089643"/>
                  <a:ext cx="10369294" cy="2753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+mj-lt"/>
                    </a:rPr>
                    <a:t>Machine Configuration</a:t>
                  </a:r>
                </a:p>
              </p:txBody>
            </p:sp>
          </p:grp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1E8C1426-9710-69A8-732B-BF1B01E1DC1E}"/>
                  </a:ext>
                </a:extLst>
              </p:cNvPr>
              <p:cNvSpPr/>
              <p:nvPr/>
            </p:nvSpPr>
            <p:spPr>
              <a:xfrm>
                <a:off x="3927307" y="2935220"/>
                <a:ext cx="1050221" cy="1030342"/>
              </a:xfrm>
              <a:prstGeom prst="rect">
                <a:avLst/>
              </a:prstGeom>
              <a:solidFill>
                <a:srgbClr val="4233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E13758E4-369E-3BC1-314A-68FC9CB0EF3C}"/>
                  </a:ext>
                </a:extLst>
              </p:cNvPr>
              <p:cNvSpPr/>
              <p:nvPr/>
            </p:nvSpPr>
            <p:spPr>
              <a:xfrm>
                <a:off x="5109296" y="2935220"/>
                <a:ext cx="1050221" cy="1030342"/>
              </a:xfrm>
              <a:prstGeom prst="rect">
                <a:avLst/>
              </a:prstGeom>
              <a:solidFill>
                <a:srgbClr val="4233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32 </a:t>
                </a:r>
                <a:r>
                  <a:rPr lang="en-US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GB</a:t>
                </a:r>
                <a:endPara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EEDD0CA-E06C-0AED-78EB-4E3784BDA112}"/>
                  </a:ext>
                </a:extLst>
              </p:cNvPr>
              <p:cNvSpPr/>
              <p:nvPr/>
            </p:nvSpPr>
            <p:spPr>
              <a:xfrm>
                <a:off x="6291286" y="2935220"/>
                <a:ext cx="1050221" cy="1030342"/>
              </a:xfrm>
              <a:prstGeom prst="rect">
                <a:avLst/>
              </a:prstGeom>
              <a:solidFill>
                <a:srgbClr val="4233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8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Core</a:t>
                </a:r>
                <a:endPara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2050" name="Picture 2" descr="microsoft logo vector, microsoft icon free vector 20190598 Vector Art at  Vecteezy">
              <a:extLst>
                <a:ext uri="{FF2B5EF4-FFF2-40B4-BE49-F238E27FC236}">
                  <a16:creationId xmlns:a16="http://schemas.microsoft.com/office/drawing/2014/main" id="{C9D28345-87FE-2293-55C4-2C61BB5B6F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55000" r="95000">
                          <a14:foregroundMark x1="78490" y1="36458" x2="78490" y2="36458"/>
                          <a14:foregroundMark x1="79167" y1="51458" x2="79167" y2="51458"/>
                          <a14:foregroundMark x1="71302" y1="48333" x2="71302" y2="48333"/>
                          <a14:foregroundMark x1="64792" y1="63229" x2="64792" y2="63229"/>
                          <a14:foregroundMark x1="66979" y1="66979" x2="66979" y2="66979"/>
                          <a14:foregroundMark x1="66979" y1="63333" x2="66979" y2="63333"/>
                          <a14:foregroundMark x1="70104" y1="65729" x2="70104" y2="65729"/>
                          <a14:foregroundMark x1="72969" y1="66875" x2="72969" y2="66875"/>
                          <a14:foregroundMark x1="76615" y1="65729" x2="76615" y2="65729"/>
                          <a14:foregroundMark x1="79063" y1="66979" x2="79063" y2="66979"/>
                          <a14:foregroundMark x1="82083" y1="66979" x2="82083" y2="66979"/>
                          <a14:foregroundMark x1="87135" y1="66250" x2="87135" y2="662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05" t="12491" r="6255" b="13652"/>
            <a:stretch/>
          </p:blipFill>
          <p:spPr bwMode="auto">
            <a:xfrm>
              <a:off x="4425482" y="2927126"/>
              <a:ext cx="1050221" cy="1030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A571498-A3C2-9A2F-D846-17781358F7C8}"/>
              </a:ext>
            </a:extLst>
          </p:cNvPr>
          <p:cNvGrpSpPr/>
          <p:nvPr/>
        </p:nvGrpSpPr>
        <p:grpSpPr>
          <a:xfrm>
            <a:off x="8288988" y="1713050"/>
            <a:ext cx="3681718" cy="3189789"/>
            <a:chOff x="8288988" y="1713050"/>
            <a:chExt cx="3681718" cy="3189789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EEB8448-5BD1-EB59-E4FF-02E68CFDF9FC}"/>
                </a:ext>
              </a:extLst>
            </p:cNvPr>
            <p:cNvGrpSpPr/>
            <p:nvPr/>
          </p:nvGrpSpPr>
          <p:grpSpPr>
            <a:xfrm>
              <a:off x="8288988" y="1713050"/>
              <a:ext cx="3681718" cy="3189789"/>
              <a:chOff x="7450570" y="1713050"/>
              <a:chExt cx="3681718" cy="3189789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6462995-13DA-DA71-3A2D-288D8F74CFE6}"/>
                  </a:ext>
                </a:extLst>
              </p:cNvPr>
              <p:cNvGrpSpPr/>
              <p:nvPr/>
            </p:nvGrpSpPr>
            <p:grpSpPr>
              <a:xfrm>
                <a:off x="7450573" y="1776679"/>
                <a:ext cx="3681715" cy="3126160"/>
                <a:chOff x="909373" y="1452698"/>
                <a:chExt cx="10369298" cy="2330328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8D2D461B-79B0-CFDB-CFA0-1D79238DC0E7}"/>
                    </a:ext>
                  </a:extLst>
                </p:cNvPr>
                <p:cNvSpPr/>
                <p:nvPr/>
              </p:nvSpPr>
              <p:spPr>
                <a:xfrm>
                  <a:off x="909375" y="1452700"/>
                  <a:ext cx="10369296" cy="2330326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12C57">
                        <a:lumMod val="15000"/>
                        <a:lumOff val="85000"/>
                      </a:srgbClr>
                    </a:gs>
                    <a:gs pos="85000">
                      <a:schemeClr val="tx1">
                        <a:alpha val="90000"/>
                        <a:lumMod val="5000"/>
                        <a:lumOff val="95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0E0C3B6A-055D-3312-C6A5-2B40C8CA804D}"/>
                    </a:ext>
                  </a:extLst>
                </p:cNvPr>
                <p:cNvSpPr/>
                <p:nvPr/>
              </p:nvSpPr>
              <p:spPr>
                <a:xfrm>
                  <a:off x="909373" y="1452698"/>
                  <a:ext cx="10369298" cy="164942"/>
                </a:xfrm>
                <a:prstGeom prst="rect">
                  <a:avLst/>
                </a:prstGeom>
                <a:gradFill flip="none" rotWithShape="1">
                  <a:gsLst>
                    <a:gs pos="46000">
                      <a:srgbClr val="012C57"/>
                    </a:gs>
                    <a:gs pos="100000">
                      <a:schemeClr val="bg2">
                        <a:lumMod val="9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82F1D3F-CC6C-30EC-774D-FDC17EC2E503}"/>
                  </a:ext>
                </a:extLst>
              </p:cNvPr>
              <p:cNvSpPr txBox="1"/>
              <p:nvPr/>
            </p:nvSpPr>
            <p:spPr>
              <a:xfrm>
                <a:off x="7450570" y="1713050"/>
                <a:ext cx="368171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+mj-lt"/>
                  </a:rPr>
                  <a:t>NN Hidden Layers </a:t>
                </a:r>
                <a:r>
                  <a:rPr lang="en-US" sz="1600" dirty="0">
                    <a:solidFill>
                      <a:srgbClr val="00E0C7"/>
                    </a:solidFill>
                    <a:latin typeface="+mj-lt"/>
                  </a:rPr>
                  <a:t>(Feed Froward)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F8878FD1-FD3C-361F-F7CD-2AA8DE29E5E8}"/>
                  </a:ext>
                </a:extLst>
              </p:cNvPr>
              <p:cNvSpPr/>
              <p:nvPr/>
            </p:nvSpPr>
            <p:spPr>
              <a:xfrm>
                <a:off x="7620913" y="2935220"/>
                <a:ext cx="1050221" cy="1030342"/>
              </a:xfrm>
              <a:prstGeom prst="rect">
                <a:avLst/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F59F993-C5BE-0681-3798-EC76711A12DC}"/>
                  </a:ext>
                </a:extLst>
              </p:cNvPr>
              <p:cNvSpPr/>
              <p:nvPr/>
            </p:nvSpPr>
            <p:spPr>
              <a:xfrm>
                <a:off x="8802902" y="2935220"/>
                <a:ext cx="2232211" cy="1030342"/>
              </a:xfrm>
              <a:prstGeom prst="rect">
                <a:avLst/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3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128, 64, 64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8E47085-740B-37C1-19C9-948251E2B4BE}"/>
                </a:ext>
              </a:extLst>
            </p:cNvPr>
            <p:cNvGrpSpPr/>
            <p:nvPr/>
          </p:nvGrpSpPr>
          <p:grpSpPr>
            <a:xfrm>
              <a:off x="8506659" y="3175237"/>
              <a:ext cx="1002893" cy="613375"/>
              <a:chOff x="7737715" y="4550562"/>
              <a:chExt cx="1705419" cy="1043044"/>
            </a:xfrm>
          </p:grpSpPr>
          <p:pic>
            <p:nvPicPr>
              <p:cNvPr id="2056" name="Picture 8" descr="MATLAB logo">
                <a:extLst>
                  <a:ext uri="{FF2B5EF4-FFF2-40B4-BE49-F238E27FC236}">
                    <a16:creationId xmlns:a16="http://schemas.microsoft.com/office/drawing/2014/main" id="{2399D865-F11F-A1DB-2F7B-C34D9AE790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885" t="35178" b="33874"/>
              <a:stretch/>
            </p:blipFill>
            <p:spPr bwMode="auto">
              <a:xfrm>
                <a:off x="7737715" y="5144950"/>
                <a:ext cx="1705419" cy="4486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8" descr="MATLAB logo">
                <a:extLst>
                  <a:ext uri="{FF2B5EF4-FFF2-40B4-BE49-F238E27FC236}">
                    <a16:creationId xmlns:a16="http://schemas.microsoft.com/office/drawing/2014/main" id="{09E47EAA-A1D4-5CD6-6F7A-50DAD5F9B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5699" r="66109" b="22361"/>
              <a:stretch/>
            </p:blipFill>
            <p:spPr bwMode="auto">
              <a:xfrm>
                <a:off x="8110238" y="4550562"/>
                <a:ext cx="874203" cy="7529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30B7B86-2D15-3BE9-FF55-380602246C19}"/>
              </a:ext>
            </a:extLst>
          </p:cNvPr>
          <p:cNvGrpSpPr/>
          <p:nvPr/>
        </p:nvGrpSpPr>
        <p:grpSpPr>
          <a:xfrm>
            <a:off x="221294" y="1713050"/>
            <a:ext cx="3681717" cy="3189790"/>
            <a:chOff x="221294" y="1713050"/>
            <a:chExt cx="3681717" cy="3189790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FCADA4C6-C483-410A-1AEC-545C4DCEF4C0}"/>
                </a:ext>
              </a:extLst>
            </p:cNvPr>
            <p:cNvGrpSpPr/>
            <p:nvPr/>
          </p:nvGrpSpPr>
          <p:grpSpPr>
            <a:xfrm>
              <a:off x="221294" y="1713050"/>
              <a:ext cx="3681717" cy="3189790"/>
              <a:chOff x="63361" y="1713050"/>
              <a:chExt cx="3681717" cy="3189790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3800DD4-C58D-EC55-674A-500BF89CDD17}"/>
                  </a:ext>
                </a:extLst>
              </p:cNvPr>
              <p:cNvGrpSpPr/>
              <p:nvPr/>
            </p:nvGrpSpPr>
            <p:grpSpPr>
              <a:xfrm>
                <a:off x="63361" y="1713050"/>
                <a:ext cx="3681717" cy="3189790"/>
                <a:chOff x="2173063" y="1089642"/>
                <a:chExt cx="10369303" cy="2377760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2BC42FC7-F02B-DE9D-D6AF-9A85B8DDEA5E}"/>
                    </a:ext>
                  </a:extLst>
                </p:cNvPr>
                <p:cNvGrpSpPr/>
                <p:nvPr/>
              </p:nvGrpSpPr>
              <p:grpSpPr>
                <a:xfrm>
                  <a:off x="2173068" y="1137074"/>
                  <a:ext cx="10369298" cy="2330328"/>
                  <a:chOff x="909373" y="1452698"/>
                  <a:chExt cx="10369298" cy="2330328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DE1A8E1C-898C-46C1-956B-197CD56DF5BB}"/>
                      </a:ext>
                    </a:extLst>
                  </p:cNvPr>
                  <p:cNvSpPr/>
                  <p:nvPr/>
                </p:nvSpPr>
                <p:spPr>
                  <a:xfrm>
                    <a:off x="909375" y="1452700"/>
                    <a:ext cx="10369296" cy="2330326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00ACB4">
                          <a:lumMod val="5000"/>
                          <a:lumOff val="95000"/>
                        </a:srgbClr>
                      </a:gs>
                      <a:gs pos="85000">
                        <a:schemeClr val="tx1">
                          <a:alpha val="90000"/>
                          <a:lumMod val="5000"/>
                          <a:lumOff val="9500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 dirty="0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A4C2D2AC-05BF-AC02-385D-A615916A2974}"/>
                      </a:ext>
                    </a:extLst>
                  </p:cNvPr>
                  <p:cNvSpPr/>
                  <p:nvPr/>
                </p:nvSpPr>
                <p:spPr>
                  <a:xfrm>
                    <a:off x="909373" y="1452698"/>
                    <a:ext cx="10369298" cy="164942"/>
                  </a:xfrm>
                  <a:prstGeom prst="rect">
                    <a:avLst/>
                  </a:prstGeom>
                  <a:gradFill flip="none" rotWithShape="1">
                    <a:gsLst>
                      <a:gs pos="46000">
                        <a:srgbClr val="00ACB4"/>
                      </a:gs>
                      <a:gs pos="100000">
                        <a:srgbClr val="2A2A2C"/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FC454CE-670F-FE2C-E082-486067F668A8}"/>
                    </a:ext>
                  </a:extLst>
                </p:cNvPr>
                <p:cNvSpPr txBox="1"/>
                <p:nvPr/>
              </p:nvSpPr>
              <p:spPr>
                <a:xfrm>
                  <a:off x="2173063" y="1089642"/>
                  <a:ext cx="7924505" cy="2753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  <a:latin typeface="+mj-lt"/>
                    </a:rPr>
                    <a:t>Model Settings</a:t>
                  </a:r>
                  <a:endParaRPr lang="en-US" dirty="0">
                    <a:solidFill>
                      <a:schemeClr val="bg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AA058FE-6BA2-8DF9-EBC5-D3CF38162F12}"/>
                  </a:ext>
                </a:extLst>
              </p:cNvPr>
              <p:cNvSpPr/>
              <p:nvPr/>
            </p:nvSpPr>
            <p:spPr>
              <a:xfrm>
                <a:off x="233702" y="2935222"/>
                <a:ext cx="1554480" cy="1030342"/>
              </a:xfrm>
              <a:prstGeom prst="rect">
                <a:avLst/>
              </a:prstGeom>
              <a:solidFill>
                <a:srgbClr val="00AC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30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84076B5-EE5D-34B3-77CE-86A2DDDEEEA4}"/>
                  </a:ext>
                </a:extLst>
              </p:cNvPr>
              <p:cNvSpPr/>
              <p:nvPr/>
            </p:nvSpPr>
            <p:spPr>
              <a:xfrm>
                <a:off x="1933078" y="2922776"/>
                <a:ext cx="1554480" cy="1030342"/>
              </a:xfrm>
              <a:prstGeom prst="rect">
                <a:avLst/>
              </a:prstGeom>
              <a:solidFill>
                <a:srgbClr val="012C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3</a:t>
                </a:r>
              </a:p>
            </p:txBody>
          </p:sp>
        </p:grpSp>
        <p:pic>
          <p:nvPicPr>
            <p:cNvPr id="99" name="Picture 98" descr="A white circle with circles and a center&#10;&#10;Description automatically generated with medium confidence">
              <a:extLst>
                <a:ext uri="{FF2B5EF4-FFF2-40B4-BE49-F238E27FC236}">
                  <a16:creationId xmlns:a16="http://schemas.microsoft.com/office/drawing/2014/main" id="{5C9B0E63-E459-8AF0-364A-A9521EA33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8248" y="3135964"/>
              <a:ext cx="586071" cy="586071"/>
            </a:xfrm>
            <a:prstGeom prst="rect">
              <a:avLst/>
            </a:prstGeom>
          </p:spPr>
        </p:pic>
        <p:pic>
          <p:nvPicPr>
            <p:cNvPr id="103" name="Picture 102" descr="A white and black location pin&#10;&#10;Description automatically generated">
              <a:extLst>
                <a:ext uri="{FF2B5EF4-FFF2-40B4-BE49-F238E27FC236}">
                  <a16:creationId xmlns:a16="http://schemas.microsoft.com/office/drawing/2014/main" id="{11B4D091-07E8-811C-6B49-AA64E895F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861" y="3109609"/>
              <a:ext cx="638781" cy="6387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281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DC0AA-7762-ABA8-0204-35F6B669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1A26F-4A98-2B5B-61E3-EEE4FF9E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89358-5A3C-5DF9-D5E5-2ECAE2F98C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Results: Experiment 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2EBDD0CA-8F9E-2F5D-6069-81F509FED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6C5EAFD-785D-9BE3-E83B-3B3A3912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875D09-E96D-E881-DCD2-938BF069BCCA}"/>
              </a:ext>
            </a:extLst>
          </p:cNvPr>
          <p:cNvGrpSpPr/>
          <p:nvPr/>
        </p:nvGrpSpPr>
        <p:grpSpPr>
          <a:xfrm>
            <a:off x="607801" y="1194726"/>
            <a:ext cx="5178572" cy="2636153"/>
            <a:chOff x="-230324" y="1253626"/>
            <a:chExt cx="5178572" cy="263615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364133B-6395-9077-50F0-7D4E0819F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30324" y="1253626"/>
              <a:ext cx="5178572" cy="2212286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CD527D9-AA19-2268-6B8C-CAC71B36BA1C}"/>
                </a:ext>
              </a:extLst>
            </p:cNvPr>
            <p:cNvSpPr/>
            <p:nvPr/>
          </p:nvSpPr>
          <p:spPr>
            <a:xfrm rot="10800000" flipV="1">
              <a:off x="2082925" y="3500266"/>
              <a:ext cx="552073" cy="38951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r>
                <a:rPr lang="en-US" b="1" dirty="0">
                  <a:latin typeface="+mj-lt"/>
                </a:rPr>
                <a:t>TR</a:t>
              </a:r>
              <a:endParaRPr lang="en-US" dirty="0">
                <a:latin typeface="+mj-l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5BD99C-62C4-F9B5-5898-F1668A929DEA}"/>
              </a:ext>
            </a:extLst>
          </p:cNvPr>
          <p:cNvGrpSpPr/>
          <p:nvPr/>
        </p:nvGrpSpPr>
        <p:grpSpPr>
          <a:xfrm>
            <a:off x="6405628" y="1194726"/>
            <a:ext cx="5178571" cy="2640509"/>
            <a:chOff x="6096000" y="1194726"/>
            <a:chExt cx="5178571" cy="264050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4BD2C2C-76BF-D9D4-E3E9-59399A4FE666}"/>
                </a:ext>
              </a:extLst>
            </p:cNvPr>
            <p:cNvSpPr/>
            <p:nvPr/>
          </p:nvSpPr>
          <p:spPr>
            <a:xfrm rot="10800000" flipV="1">
              <a:off x="8265208" y="3445722"/>
              <a:ext cx="840154" cy="389513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4804A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TTOC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48FA42-E647-5D1E-CA1B-10F4DA5D5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194726"/>
              <a:ext cx="5178571" cy="2212286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6262824-1022-4BC1-8C1E-2BDB41B08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25"/>
          <a:stretch/>
        </p:blipFill>
        <p:spPr>
          <a:xfrm>
            <a:off x="3259470" y="4025927"/>
            <a:ext cx="5845892" cy="222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2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AB19-A00D-7797-4B93-D0E62A48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303A28B-9765-7E38-72F5-59B38C9CA570}"/>
              </a:ext>
            </a:extLst>
          </p:cNvPr>
          <p:cNvSpPr/>
          <p:nvPr/>
        </p:nvSpPr>
        <p:spPr>
          <a:xfrm>
            <a:off x="-16380" y="1838520"/>
            <a:ext cx="12208380" cy="3180960"/>
          </a:xfrm>
          <a:prstGeom prst="rect">
            <a:avLst/>
          </a:prstGeom>
          <a:gradFill flip="none" rotWithShape="1">
            <a:gsLst>
              <a:gs pos="0">
                <a:srgbClr val="00ACB4">
                  <a:lumMod val="5000"/>
                  <a:lumOff val="95000"/>
                </a:srgbClr>
              </a:gs>
              <a:gs pos="85000">
                <a:srgbClr val="E4D9C9">
                  <a:alpha val="30000"/>
                  <a:lumMod val="20000"/>
                  <a:lumOff val="8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96BF0-4942-0EC3-8718-D26F363D7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D8439-5840-D338-CA73-BDDBCCA8EC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SA-NN Hybrid Approach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BCBDC31-0BF3-C754-A244-C373D6A282AB}"/>
              </a:ext>
            </a:extLst>
          </p:cNvPr>
          <p:cNvGrpSpPr/>
          <p:nvPr/>
        </p:nvGrpSpPr>
        <p:grpSpPr>
          <a:xfrm>
            <a:off x="3089146" y="1869354"/>
            <a:ext cx="6013708" cy="3119293"/>
            <a:chOff x="-29707" y="2000737"/>
            <a:chExt cx="6013708" cy="311929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E3F3B4A-F660-F713-CDC5-9A38E2FB7CF5}"/>
                </a:ext>
              </a:extLst>
            </p:cNvPr>
            <p:cNvGrpSpPr/>
            <p:nvPr/>
          </p:nvGrpSpPr>
          <p:grpSpPr>
            <a:xfrm>
              <a:off x="-29707" y="2645128"/>
              <a:ext cx="2452860" cy="1730958"/>
              <a:chOff x="-555784" y="1897864"/>
              <a:chExt cx="2452860" cy="1730958"/>
            </a:xfrm>
          </p:grpSpPr>
          <p:pic>
            <p:nvPicPr>
              <p:cNvPr id="5" name="Picture 4" descr="A computer screen with a light bulb and a clock&#10;&#10;Description automatically generated">
                <a:extLst>
                  <a:ext uri="{FF2B5EF4-FFF2-40B4-BE49-F238E27FC236}">
                    <a16:creationId xmlns:a16="http://schemas.microsoft.com/office/drawing/2014/main" id="{BB0B2753-91CA-C13B-041B-0A4F59D543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5154" y="1897864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F68D0D-89F5-677D-DD9A-C60535E55199}"/>
                  </a:ext>
                </a:extLst>
              </p:cNvPr>
              <p:cNvSpPr txBox="1"/>
              <p:nvPr/>
            </p:nvSpPr>
            <p:spPr>
              <a:xfrm>
                <a:off x="-472354" y="3071819"/>
                <a:ext cx="2286000" cy="247730"/>
              </a:xfrm>
              <a:prstGeom prst="roundRect">
                <a:avLst>
                  <a:gd name="adj" fmla="val 50000"/>
                </a:avLst>
              </a:prstGeom>
              <a:solidFill>
                <a:srgbClr val="73D3FF"/>
              </a:solidFill>
            </p:spPr>
            <p:txBody>
              <a:bodyPr wrap="square" lIns="91440" tIns="0" rIns="91440" bIns="0" anchor="ctr" anchorCtr="0">
                <a:noAutofit/>
              </a:bodyPr>
              <a:lstStyle/>
              <a:p>
                <a:pPr algn="ctr"/>
                <a:r>
                  <a:rPr lang="en-US" b="1" dirty="0">
                    <a:latin typeface="Söhne"/>
                  </a:rPr>
                  <a:t>Simulated Annealing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4C263-6DB5-F3E0-650D-A3A1D86C5299}"/>
                  </a:ext>
                </a:extLst>
              </p:cNvPr>
              <p:cNvSpPr txBox="1"/>
              <p:nvPr/>
            </p:nvSpPr>
            <p:spPr>
              <a:xfrm>
                <a:off x="-555784" y="3382601"/>
                <a:ext cx="2452860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344488" indent="-169863">
                  <a:buClr>
                    <a:srgbClr val="F8AF23"/>
                  </a:buClr>
                  <a:buBlip>
                    <a:blip r:embed="rId3"/>
                  </a:buBlip>
                </a:pPr>
                <a:r>
                  <a:rPr lang="en-US" sz="1600" b="1" dirty="0"/>
                  <a:t> Generate Solutions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BC84921-F6C4-DE66-B12D-308179173160}"/>
                </a:ext>
              </a:extLst>
            </p:cNvPr>
            <p:cNvGrpSpPr/>
            <p:nvPr/>
          </p:nvGrpSpPr>
          <p:grpSpPr>
            <a:xfrm>
              <a:off x="3213641" y="2000737"/>
              <a:ext cx="2693026" cy="1388810"/>
              <a:chOff x="9498974" y="2240013"/>
              <a:chExt cx="2693026" cy="1388810"/>
            </a:xfrm>
          </p:grpSpPr>
          <p:pic>
            <p:nvPicPr>
              <p:cNvPr id="9" name="Picture 8" descr="A computer with a brain and gears&#10;&#10;Description automatically generated with medium confidence">
                <a:extLst>
                  <a:ext uri="{FF2B5EF4-FFF2-40B4-BE49-F238E27FC236}">
                    <a16:creationId xmlns:a16="http://schemas.microsoft.com/office/drawing/2014/main" id="{496BD5B3-0DCE-C33C-9C8E-4F4EEE3EEA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758"/>
              <a:stretch/>
            </p:blipFill>
            <p:spPr>
              <a:xfrm>
                <a:off x="10159687" y="2240013"/>
                <a:ext cx="1371600" cy="99086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5634AD-3996-3614-E6DB-473D98323E18}"/>
                  </a:ext>
                </a:extLst>
              </p:cNvPr>
              <p:cNvSpPr txBox="1"/>
              <p:nvPr/>
            </p:nvSpPr>
            <p:spPr>
              <a:xfrm>
                <a:off x="9702487" y="3071819"/>
                <a:ext cx="2286000" cy="247730"/>
              </a:xfrm>
              <a:prstGeom prst="roundRect">
                <a:avLst>
                  <a:gd name="adj" fmla="val 50000"/>
                </a:avLst>
              </a:prstGeom>
              <a:solidFill>
                <a:srgbClr val="E2E6F1"/>
              </a:solidFill>
            </p:spPr>
            <p:txBody>
              <a:bodyPr wrap="square" lIns="91440" tIns="0" rIns="91440" bIns="0" anchor="ctr" anchorCtr="0">
                <a:noAutofit/>
              </a:bodyPr>
              <a:lstStyle/>
              <a:p>
                <a:pPr algn="ctr"/>
                <a:r>
                  <a:rPr lang="en-US" b="1" dirty="0">
                    <a:latin typeface="Söhne"/>
                  </a:rPr>
                  <a:t>Neural Network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2B67F6-8439-7C3E-FEA0-3E0AB3694480}"/>
                  </a:ext>
                </a:extLst>
              </p:cNvPr>
              <p:cNvSpPr txBox="1"/>
              <p:nvPr/>
            </p:nvSpPr>
            <p:spPr>
              <a:xfrm>
                <a:off x="9498974" y="3382602"/>
                <a:ext cx="269302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344488" indent="-169863">
                  <a:buClr>
                    <a:srgbClr val="F8AF23"/>
                  </a:buClr>
                  <a:buBlip>
                    <a:blip r:embed="rId3"/>
                  </a:buBlip>
                </a:pPr>
                <a:r>
                  <a:rPr lang="en-US" sz="1600" b="1" dirty="0"/>
                  <a:t> Predict Obj. functions 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FD185D-86D8-0AFD-4333-175E892C3BFF}"/>
                </a:ext>
              </a:extLst>
            </p:cNvPr>
            <p:cNvGrpSpPr/>
            <p:nvPr/>
          </p:nvGrpSpPr>
          <p:grpSpPr>
            <a:xfrm>
              <a:off x="3223527" y="3566198"/>
              <a:ext cx="2760474" cy="1553832"/>
              <a:chOff x="2676050" y="2293174"/>
              <a:chExt cx="2760474" cy="1553832"/>
            </a:xfrm>
          </p:grpSpPr>
          <p:pic>
            <p:nvPicPr>
              <p:cNvPr id="13" name="Picture 12" descr="A computer with a rocket on the screen&#10;&#10;Description automatically generated">
                <a:extLst>
                  <a:ext uri="{FF2B5EF4-FFF2-40B4-BE49-F238E27FC236}">
                    <a16:creationId xmlns:a16="http://schemas.microsoft.com/office/drawing/2014/main" id="{A0055424-EA46-1BD4-D228-F4DB45FBB0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821"/>
              <a:stretch/>
            </p:blipFill>
            <p:spPr>
              <a:xfrm>
                <a:off x="3370487" y="2293174"/>
                <a:ext cx="1371600" cy="976289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E79558-F37C-FB49-47D3-84112C3D1812}"/>
                  </a:ext>
                </a:extLst>
              </p:cNvPr>
              <p:cNvSpPr txBox="1"/>
              <p:nvPr/>
            </p:nvSpPr>
            <p:spPr>
              <a:xfrm>
                <a:off x="2913287" y="3071819"/>
                <a:ext cx="2286000" cy="247730"/>
              </a:xfrm>
              <a:prstGeom prst="roundRect">
                <a:avLst>
                  <a:gd name="adj" fmla="val 50000"/>
                </a:avLst>
              </a:prstGeom>
              <a:solidFill>
                <a:srgbClr val="76819F"/>
              </a:solidFill>
            </p:spPr>
            <p:txBody>
              <a:bodyPr wrap="square" lIns="91440" tIns="0" rIns="91440" bIns="0" anchor="ctr" anchorCtr="0">
                <a:no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Söhne"/>
                  </a:rPr>
                  <a:t>Simulation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E3DDE1-FF2D-5806-9D0D-BEE0F518AE6D}"/>
                  </a:ext>
                </a:extLst>
              </p:cNvPr>
              <p:cNvSpPr txBox="1"/>
              <p:nvPr/>
            </p:nvSpPr>
            <p:spPr>
              <a:xfrm>
                <a:off x="2676050" y="3382602"/>
                <a:ext cx="2760474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344488" indent="-169863">
                  <a:buClr>
                    <a:srgbClr val="F8AF23"/>
                  </a:buClr>
                  <a:buBlip>
                    <a:blip r:embed="rId3"/>
                  </a:buBlip>
                </a:pPr>
                <a:r>
                  <a:rPr lang="en-US" sz="1600" b="1" dirty="0"/>
                  <a:t> Calculate Obj. functions 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258CF03-DA0A-A398-3507-DB74DCB4B627}"/>
                  </a:ext>
                </a:extLst>
              </p:cNvPr>
              <p:cNvSpPr/>
              <p:nvPr/>
            </p:nvSpPr>
            <p:spPr>
              <a:xfrm>
                <a:off x="3874962" y="3558619"/>
                <a:ext cx="362650" cy="28838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b="1"/>
              </a:p>
            </p:txBody>
          </p:sp>
        </p:grpSp>
        <p:pic>
          <p:nvPicPr>
            <p:cNvPr id="17" name="Picture 16" descr="A blue arrow pointing to the right&#10;&#10;Description automatically generated">
              <a:extLst>
                <a:ext uri="{FF2B5EF4-FFF2-40B4-BE49-F238E27FC236}">
                  <a16:creationId xmlns:a16="http://schemas.microsoft.com/office/drawing/2014/main" id="{D1A3E309-9810-320A-5B79-B38EC9966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629964">
              <a:off x="2401019" y="3115539"/>
              <a:ext cx="871661" cy="871661"/>
            </a:xfrm>
            <a:prstGeom prst="rect">
              <a:avLst/>
            </a:prstGeom>
          </p:spPr>
        </p:pic>
        <p:pic>
          <p:nvPicPr>
            <p:cNvPr id="18" name="Picture 17" descr="A blue arrow pointing to the right&#10;&#10;Description automatically generated">
              <a:extLst>
                <a:ext uri="{FF2B5EF4-FFF2-40B4-BE49-F238E27FC236}">
                  <a16:creationId xmlns:a16="http://schemas.microsoft.com/office/drawing/2014/main" id="{4C654C17-833B-80D1-23BE-C827C7440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0036" flipV="1">
              <a:off x="2416897" y="3913381"/>
              <a:ext cx="871661" cy="871661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493F4D-9904-0B66-00AD-C0F991C89CCB}"/>
                </a:ext>
              </a:extLst>
            </p:cNvPr>
            <p:cNvSpPr/>
            <p:nvPr/>
          </p:nvSpPr>
          <p:spPr>
            <a:xfrm>
              <a:off x="2034982" y="3215530"/>
              <a:ext cx="1205031" cy="35451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50%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058C897-8363-0D41-1FAC-08F4514CE900}"/>
                </a:ext>
              </a:extLst>
            </p:cNvPr>
            <p:cNvSpPr/>
            <p:nvPr/>
          </p:nvSpPr>
          <p:spPr>
            <a:xfrm>
              <a:off x="2008610" y="4252975"/>
              <a:ext cx="1205031" cy="35451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50%</a:t>
              </a:r>
            </a:p>
          </p:txBody>
        </p:sp>
      </p:grp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80603056-5911-5E6E-490B-F5238026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5C69BE2-67FC-3F7E-DDE1-98A285EC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42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0085F-420B-8811-A4A1-44753CBE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35A6-74FF-67AB-18BC-3B08B41E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598A5-061A-E396-0A3D-02648935FF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Results: Experiment 2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411D2D70-0127-A623-9787-1E4A7577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DAC7E1-5D1A-6A3A-9562-54F2CB970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15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86BC88-2F45-A597-18CF-F31CC4E707BA}"/>
              </a:ext>
            </a:extLst>
          </p:cNvPr>
          <p:cNvGrpSpPr/>
          <p:nvPr/>
        </p:nvGrpSpPr>
        <p:grpSpPr>
          <a:xfrm>
            <a:off x="4495780" y="3747148"/>
            <a:ext cx="3200440" cy="2478946"/>
            <a:chOff x="4951839" y="3805871"/>
            <a:chExt cx="3200440" cy="247894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288E358-4F43-42CE-CAEF-67B8EE7FF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815" t="3805" r="2883" b="1349"/>
            <a:stretch/>
          </p:blipFill>
          <p:spPr>
            <a:xfrm>
              <a:off x="4951839" y="3805871"/>
              <a:ext cx="3200440" cy="2313432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22AF11D-81F1-3D87-969B-E8259F7B16B4}"/>
                </a:ext>
              </a:extLst>
            </p:cNvPr>
            <p:cNvSpPr/>
            <p:nvPr/>
          </p:nvSpPr>
          <p:spPr>
            <a:xfrm rot="10800000" flipV="1">
              <a:off x="5866260" y="6014216"/>
              <a:ext cx="1371600" cy="27060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noAutofit/>
            </a:bodyPr>
            <a:lstStyle/>
            <a:p>
              <a:r>
                <a:rPr lang="en-US" b="1" dirty="0">
                  <a:latin typeface="+mj-lt"/>
                </a:rPr>
                <a:t>Runtime (s)</a:t>
              </a:r>
              <a:endParaRPr lang="en-US" dirty="0">
                <a:latin typeface="+mj-lt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252749-8445-D058-5544-E3DFEE0BCB57}"/>
              </a:ext>
            </a:extLst>
          </p:cNvPr>
          <p:cNvGrpSpPr/>
          <p:nvPr/>
        </p:nvGrpSpPr>
        <p:grpSpPr>
          <a:xfrm>
            <a:off x="6254331" y="1081890"/>
            <a:ext cx="5486400" cy="2452291"/>
            <a:chOff x="6254331" y="1081890"/>
            <a:chExt cx="5486400" cy="245229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3FEA0B5-7A38-69EE-BF61-64A76C748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4331" y="1081890"/>
              <a:ext cx="5486400" cy="2316090"/>
            </a:xfrm>
            <a:prstGeom prst="rect">
              <a:avLst/>
            </a:prstGeom>
          </p:spPr>
        </p:pic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BD4A117-253F-9208-14F9-A9F5B4BCADD4}"/>
                </a:ext>
              </a:extLst>
            </p:cNvPr>
            <p:cNvSpPr/>
            <p:nvPr/>
          </p:nvSpPr>
          <p:spPr>
            <a:xfrm rot="10800000" flipV="1">
              <a:off x="8602770" y="3263580"/>
              <a:ext cx="840154" cy="27060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A4804A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+mj-lt"/>
                  <a:ea typeface="Calibri" panose="020F0502020204030204" pitchFamily="34" charset="0"/>
                  <a:cs typeface="Calibri" panose="020F0502020204030204" pitchFamily="34" charset="0"/>
                </a:rPr>
                <a:t>TTOC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D0D2BF-B724-1B4A-536B-F00DD22C7767}"/>
              </a:ext>
            </a:extLst>
          </p:cNvPr>
          <p:cNvGrpSpPr/>
          <p:nvPr/>
        </p:nvGrpSpPr>
        <p:grpSpPr>
          <a:xfrm>
            <a:off x="298172" y="1068000"/>
            <a:ext cx="5486400" cy="2466181"/>
            <a:chOff x="298172" y="1068000"/>
            <a:chExt cx="5486400" cy="24661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32613A-9B99-5897-093C-2E240CC93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8172" y="1068000"/>
              <a:ext cx="5486400" cy="2321169"/>
            </a:xfrm>
            <a:prstGeom prst="rect">
              <a:avLst/>
            </a:prstGeom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EA971B9-615E-B085-672E-C9D9E8F9DC94}"/>
                </a:ext>
              </a:extLst>
            </p:cNvPr>
            <p:cNvSpPr/>
            <p:nvPr/>
          </p:nvSpPr>
          <p:spPr>
            <a:xfrm rot="10800000" flipV="1">
              <a:off x="2765335" y="3263580"/>
              <a:ext cx="552073" cy="270601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E0C7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0" rIns="91440" bIns="0" rtlCol="0" anchor="ctr">
              <a:noAutofit/>
            </a:bodyPr>
            <a:lstStyle/>
            <a:p>
              <a:r>
                <a:rPr lang="en-US" b="1" dirty="0">
                  <a:latin typeface="+mj-lt"/>
                </a:rPr>
                <a:t>TR</a:t>
              </a:r>
              <a:endParaRPr lang="en-US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441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EB35ED-D51B-8FFF-AD9E-0F30F32F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Next steps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DC1C5-47A5-B17A-6235-10A082C488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722275" y="2505079"/>
            <a:ext cx="4352921" cy="4352921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B612FA-D0BF-3C98-98C7-62CE97C2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A4DAB-E409-0C52-B78E-DD259094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04D06-9B53-449C-96E5-26191F733FAB}" type="slidenum">
              <a:rPr lang="en-US" smtClean="0"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10539-E19C-B20D-9C61-88FF81302542}"/>
              </a:ext>
            </a:extLst>
          </p:cNvPr>
          <p:cNvSpPr txBox="1"/>
          <p:nvPr/>
        </p:nvSpPr>
        <p:spPr>
          <a:xfrm>
            <a:off x="298173" y="1258348"/>
            <a:ext cx="11345746" cy="37856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Blip>
                <a:blip r:embed="rId3"/>
              </a:buBlip>
            </a:pPr>
            <a:r>
              <a:rPr lang="en-US" dirty="0">
                <a:latin typeface="+mj-lt"/>
              </a:rPr>
              <a:t>SA outperformed all methods in overall effectiveness for node coverage and reward metrics.</a:t>
            </a:r>
          </a:p>
          <a:p>
            <a:pPr marL="285750" indent="-285750">
              <a:buBlip>
                <a:blip r:embed="rId3"/>
              </a:buBlip>
            </a:pPr>
            <a:endParaRPr lang="en-US" dirty="0">
              <a:latin typeface="+mj-lt"/>
            </a:endParaRPr>
          </a:p>
          <a:p>
            <a:pPr marL="285750" indent="-285750">
              <a:buBlip>
                <a:blip r:embed="rId3"/>
              </a:buBlip>
            </a:pPr>
            <a:r>
              <a:rPr lang="en-US" dirty="0">
                <a:latin typeface="+mj-lt"/>
              </a:rPr>
              <a:t>The SA-NN-Hybrid approach demonstrated significant potential by blending predictive and optimization techniques to achieve high-quality results with reduced computational effort.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sz="2400" b="1" dirty="0">
                <a:solidFill>
                  <a:srgbClr val="00ACB4"/>
                </a:solidFill>
                <a:latin typeface="+mj-lt"/>
              </a:rPr>
              <a:t>Future Research</a:t>
            </a:r>
          </a:p>
          <a:p>
            <a:pPr marL="285750" indent="-285750">
              <a:buBlip>
                <a:blip r:embed="rId3"/>
              </a:buBlip>
            </a:pPr>
            <a:r>
              <a:rPr lang="en-US" dirty="0">
                <a:latin typeface="+mj-lt"/>
              </a:rPr>
              <a:t>Future research should explore reinforcement learning and dynamic models</a:t>
            </a:r>
          </a:p>
          <a:p>
            <a:pPr marL="285750" indent="-285750">
              <a:buBlip>
                <a:blip r:embed="rId3"/>
              </a:buBlip>
            </a:pPr>
            <a:endParaRPr lang="en-US" dirty="0">
              <a:latin typeface="+mj-lt"/>
            </a:endParaRPr>
          </a:p>
          <a:p>
            <a:pPr marL="285750" indent="-285750">
              <a:buBlip>
                <a:blip r:embed="rId3"/>
              </a:buBlip>
            </a:pPr>
            <a:r>
              <a:rPr lang="en-US" dirty="0">
                <a:latin typeface="+mj-lt"/>
              </a:rPr>
              <a:t>Develop dynamic models combining learning and optimization.</a:t>
            </a:r>
          </a:p>
          <a:p>
            <a:pPr marL="285750" indent="-285750">
              <a:buBlip>
                <a:blip r:embed="rId3"/>
              </a:buBlip>
            </a:pPr>
            <a:endParaRPr lang="en-US" dirty="0">
              <a:latin typeface="+mj-lt"/>
            </a:endParaRPr>
          </a:p>
          <a:p>
            <a:pPr marL="285750" indent="-285750">
              <a:buBlip>
                <a:blip r:embed="rId3"/>
              </a:buBlip>
            </a:pPr>
            <a:r>
              <a:rPr lang="en-US" dirty="0">
                <a:latin typeface="+mj-lt"/>
              </a:rPr>
              <a:t>Explore additional hybrid techniques to improve scalability.</a:t>
            </a:r>
          </a:p>
        </p:txBody>
      </p:sp>
    </p:spTree>
    <p:extLst>
      <p:ext uri="{BB962C8B-B14F-4D97-AF65-F5344CB8AC3E}">
        <p14:creationId xmlns:p14="http://schemas.microsoft.com/office/powerpoint/2010/main" val="22161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A3C58-33A7-E5D5-3BF8-24D47ED649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1660" y="1305756"/>
            <a:ext cx="4568687" cy="1440972"/>
          </a:xfrm>
        </p:spPr>
        <p:txBody>
          <a:bodyPr wrap="none">
            <a:spAutoFit/>
          </a:bodyPr>
          <a:lstStyle/>
          <a:p>
            <a:pPr algn="ctr"/>
            <a:r>
              <a:rPr lang="en-US" sz="7000" dirty="0"/>
              <a:t>Thank You</a:t>
            </a:r>
          </a:p>
          <a:p>
            <a:pPr algn="ctr"/>
            <a:r>
              <a:rPr lang="en-US" sz="1800" dirty="0">
                <a:solidFill>
                  <a:srgbClr val="00E0C7"/>
                </a:solidFill>
              </a:rPr>
              <a:t>m.dehghani@northeastern.edu</a:t>
            </a:r>
          </a:p>
        </p:txBody>
      </p:sp>
      <p:pic>
        <p:nvPicPr>
          <p:cNvPr id="5" name="Picture 4" descr="A white letter on a black background&#10;&#10;Description automatically generated">
            <a:extLst>
              <a:ext uri="{FF2B5EF4-FFF2-40B4-BE49-F238E27FC236}">
                <a16:creationId xmlns:a16="http://schemas.microsoft.com/office/drawing/2014/main" id="{16B31349-C05F-3AAE-84A7-290C52D23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9116" cy="111818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9C18E0A-7BA1-7351-1BCF-C893CC49E941}"/>
              </a:ext>
            </a:extLst>
          </p:cNvPr>
          <p:cNvGrpSpPr/>
          <p:nvPr/>
        </p:nvGrpSpPr>
        <p:grpSpPr>
          <a:xfrm>
            <a:off x="1428561" y="0"/>
            <a:ext cx="1162410" cy="1220796"/>
            <a:chOff x="1428561" y="0"/>
            <a:chExt cx="1162410" cy="1220796"/>
          </a:xfrm>
        </p:grpSpPr>
        <p:pic>
          <p:nvPicPr>
            <p:cNvPr id="7" name="Picture 6" descr="Winter Simulation Conference 2024">
              <a:extLst>
                <a:ext uri="{FF2B5EF4-FFF2-40B4-BE49-F238E27FC236}">
                  <a16:creationId xmlns:a16="http://schemas.microsoft.com/office/drawing/2014/main" id="{0E8C6309-D024-AAA8-09BA-7A0ED4DE60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348" b="94783" l="5023" r="91781">
                          <a14:foregroundMark x1="13242" y1="36522" x2="11872" y2="46087"/>
                          <a14:foregroundMark x1="11872" y1="46087" x2="15068" y2="61304"/>
                          <a14:foregroundMark x1="15068" y1="61304" x2="23744" y2="75652"/>
                          <a14:foregroundMark x1="23744" y1="75652" x2="45205" y2="89565"/>
                          <a14:foregroundMark x1="45205" y1="89565" x2="65297" y2="86522"/>
                          <a14:foregroundMark x1="65297" y1="86522" x2="76712" y2="71739"/>
                          <a14:foregroundMark x1="76712" y1="71739" x2="82648" y2="50435"/>
                          <a14:foregroundMark x1="82648" y1="50435" x2="76256" y2="31304"/>
                          <a14:foregroundMark x1="70870" y1="24808" x2="69406" y2="23043"/>
                          <a14:foregroundMark x1="76256" y1="31304" x2="72073" y2="26260"/>
                          <a14:foregroundMark x1="69406" y1="23043" x2="65753" y2="21739"/>
                          <a14:foregroundMark x1="60274" y1="20870" x2="35616" y2="18696"/>
                          <a14:foregroundMark x1="35616" y1="18696" x2="23288" y2="25217"/>
                          <a14:foregroundMark x1="23288" y1="25217" x2="8219" y2="45652"/>
                          <a14:foregroundMark x1="8219" y1="45652" x2="6393" y2="54783"/>
                          <a14:foregroundMark x1="6393" y1="54783" x2="29224" y2="86522"/>
                          <a14:foregroundMark x1="29224" y1="86522" x2="48858" y2="92609"/>
                          <a14:foregroundMark x1="48858" y1="92609" x2="59361" y2="93043"/>
                          <a14:foregroundMark x1="82192" y1="77826" x2="83562" y2="32174"/>
                          <a14:foregroundMark x1="83562" y1="32174" x2="77169" y2="27826"/>
                          <a14:foregroundMark x1="66761" y1="14819" x2="57534" y2="11304"/>
                          <a14:foregroundMark x1="67807" y1="15217" x2="67208" y2="14989"/>
                          <a14:foregroundMark x1="71233" y1="16522" x2="67807" y2="15217"/>
                          <a14:foregroundMark x1="57534" y1="11304" x2="56164" y2="7391"/>
                          <a14:foregroundMark x1="53004" y1="15217" x2="50685" y2="24783"/>
                          <a14:foregroundMark x1="54795" y1="7826" x2="53004" y2="15217"/>
                          <a14:foregroundMark x1="50685" y1="24783" x2="38813" y2="37391"/>
                          <a14:foregroundMark x1="38813" y1="37391" x2="35160" y2="39565"/>
                          <a14:foregroundMark x1="73059" y1="15217" x2="73059" y2="12609"/>
                          <a14:foregroundMark x1="73059" y1="22609" x2="73059" y2="15217"/>
                          <a14:foregroundMark x1="73059" y1="12609" x2="79909" y2="6087"/>
                          <a14:foregroundMark x1="79909" y1="6087" x2="80365" y2="5652"/>
                          <a14:foregroundMark x1="74886" y1="22174" x2="84475" y2="16957"/>
                          <a14:foregroundMark x1="85845" y1="28696" x2="92237" y2="34348"/>
                          <a14:foregroundMark x1="87671" y1="17826" x2="90411" y2="17826"/>
                          <a14:foregroundMark x1="52511" y1="5652" x2="48402" y2="4348"/>
                          <a14:foregroundMark x1="48858" y1="18696" x2="27854" y2="20000"/>
                          <a14:foregroundMark x1="27854" y1="20000" x2="13699" y2="31304"/>
                          <a14:foregroundMark x1="13699" y1="31304" x2="6849" y2="46087"/>
                          <a14:foregroundMark x1="6849" y1="46087" x2="5479" y2="62609"/>
                          <a14:foregroundMark x1="5479" y1="62609" x2="17808" y2="80435"/>
                          <a14:foregroundMark x1="17808" y1="80435" x2="56164" y2="92609"/>
                          <a14:foregroundMark x1="56164" y1="92609" x2="76712" y2="86087"/>
                          <a14:foregroundMark x1="76712" y1="86087" x2="86758" y2="51304"/>
                          <a14:foregroundMark x1="86758" y1="51304" x2="86301" y2="42174"/>
                          <a14:foregroundMark x1="86301" y1="42174" x2="70320" y2="30000"/>
                          <a14:foregroundMark x1="70320" y1="30000" x2="52968" y2="24783"/>
                          <a14:foregroundMark x1="52968" y1="24783" x2="46119" y2="32609"/>
                          <a14:foregroundMark x1="46119" y1="32609" x2="42922" y2="33478"/>
                          <a14:foregroundMark x1="16895" y1="26957" x2="48402" y2="12174"/>
                          <a14:foregroundMark x1="48402" y1="12174" x2="12785" y2="32174"/>
                          <a14:foregroundMark x1="12785" y1="32174" x2="6849" y2="61304"/>
                          <a14:foregroundMark x1="6849" y1="61304" x2="15068" y2="82174"/>
                          <a14:foregroundMark x1="15068" y1="82174" x2="24658" y2="88261"/>
                          <a14:foregroundMark x1="24658" y1="88261" x2="42922" y2="91304"/>
                          <a14:foregroundMark x1="42922" y1="91304" x2="63927" y2="86957"/>
                          <a14:foregroundMark x1="63927" y1="86957" x2="84932" y2="74348"/>
                          <a14:foregroundMark x1="84932" y1="74348" x2="89498" y2="63913"/>
                          <a14:foregroundMark x1="89498" y1="63913" x2="87671" y2="49565"/>
                          <a14:foregroundMark x1="87671" y1="49565" x2="77626" y2="32609"/>
                          <a14:foregroundMark x1="72255" y1="28650" x2="63470" y2="22174"/>
                          <a14:foregroundMark x1="77626" y1="32609" x2="72401" y2="28757"/>
                          <a14:foregroundMark x1="63470" y1="22174" x2="44749" y2="25652"/>
                          <a14:foregroundMark x1="44749" y1="25652" x2="26941" y2="38261"/>
                          <a14:foregroundMark x1="26941" y1="38261" x2="25571" y2="42609"/>
                          <a14:foregroundMark x1="5936" y1="47826" x2="8219" y2="36522"/>
                          <a14:foregroundMark x1="8219" y1="36522" x2="20091" y2="21739"/>
                          <a14:foregroundMark x1="20091" y1="21739" x2="34247" y2="15652"/>
                          <a14:foregroundMark x1="34247" y1="15652" x2="43836" y2="14783"/>
                          <a14:foregroundMark x1="43836" y1="20000" x2="25571" y2="36087"/>
                          <a14:foregroundMark x1="25571" y1="36087" x2="11872" y2="67391"/>
                          <a14:foregroundMark x1="11872" y1="67391" x2="14155" y2="75652"/>
                          <a14:foregroundMark x1="48248" y1="55652" x2="50685" y2="44783"/>
                          <a14:foregroundMark x1="42009" y1="83478" x2="48248" y2="55652"/>
                          <a14:foregroundMark x1="68037" y1="90435" x2="42009" y2="93043"/>
                          <a14:foregroundMark x1="42009" y1="93043" x2="31050" y2="91304"/>
                          <a14:foregroundMark x1="31050" y1="91304" x2="49772" y2="93478"/>
                          <a14:foregroundMark x1="49772" y1="93478" x2="68493" y2="92174"/>
                          <a14:foregroundMark x1="61187" y1="94783" x2="30137" y2="94783"/>
                          <a14:foregroundMark x1="30137" y1="94783" x2="50685" y2="93043"/>
                          <a14:foregroundMark x1="50685" y1="93043" x2="73973" y2="83913"/>
                          <a14:foregroundMark x1="62100" y1="20435" x2="66210" y2="29130"/>
                          <a14:foregroundMark x1="66210" y1="29130" x2="70776" y2="31304"/>
                          <a14:backgroundMark x1="67123" y1="15217" x2="67123" y2="15217"/>
                          <a14:backgroundMark x1="67580" y1="15217" x2="67123" y2="11739"/>
                          <a14:backgroundMark x1="67123" y1="14783" x2="66210" y2="13478"/>
                          <a14:backgroundMark x1="49772" y1="55652" x2="49772" y2="55652"/>
                        </a14:backgroundRemoval>
                      </a14:imgEffect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561" y="0"/>
              <a:ext cx="1162410" cy="122079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WSC Archive">
              <a:extLst>
                <a:ext uri="{FF2B5EF4-FFF2-40B4-BE49-F238E27FC236}">
                  <a16:creationId xmlns:a16="http://schemas.microsoft.com/office/drawing/2014/main" id="{107B7856-E168-E816-DFDA-AF23AC95F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218" y="476987"/>
              <a:ext cx="571420" cy="463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E01C315-C946-CF5A-EEC3-9A041378F1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2128"/>
          <a:stretch/>
        </p:blipFill>
        <p:spPr>
          <a:xfrm>
            <a:off x="446833" y="3932801"/>
            <a:ext cx="6291617" cy="1619443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3FDD28-42BC-4765-77ED-F52B043BA28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WSC 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F77265-C014-AEF2-FED2-B1CE38F47F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8B04D06-9B53-449C-96E5-26191F733F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4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12671</TotalTime>
  <Words>388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Söhne</vt:lpstr>
      <vt:lpstr>Office Theme</vt:lpstr>
      <vt:lpstr>AI-DRIVEN MULTI-OBJECTIVE UAV ROUTE OPTIMIZATION  Mohammad Dehghani Sahil Belsare Ashwin Devanga  Mechanical and industrial engineering Northeastern University</vt:lpstr>
      <vt:lpstr>Applications and Challenges</vt:lpstr>
      <vt:lpstr>Problem Definition</vt:lpstr>
      <vt:lpstr>Existing Approaches </vt:lpstr>
      <vt:lpstr>Solution Approaches</vt:lpstr>
      <vt:lpstr>Motivation</vt:lpstr>
      <vt:lpstr>Solution Approaches</vt:lpstr>
      <vt:lpstr>Solution Approaches</vt:lpstr>
      <vt:lpstr>Experiment Results</vt:lpstr>
      <vt:lpstr>Solution Approaches</vt:lpstr>
      <vt:lpstr>Experiment Results</vt:lpstr>
      <vt:lpstr>Experiment Results</vt:lpstr>
      <vt:lpstr>Experiment Results</vt:lpstr>
      <vt:lpstr>Experiment Results</vt:lpstr>
      <vt:lpstr>Experiment Results</vt:lpstr>
      <vt:lpstr>Discussion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Dehghani, Mohammad</dc:creator>
  <cp:lastModifiedBy>Dehghani, Mohammad</cp:lastModifiedBy>
  <cp:revision>176</cp:revision>
  <dcterms:created xsi:type="dcterms:W3CDTF">2024-05-30T15:40:28Z</dcterms:created>
  <dcterms:modified xsi:type="dcterms:W3CDTF">2024-12-16T20:53:23Z</dcterms:modified>
</cp:coreProperties>
</file>